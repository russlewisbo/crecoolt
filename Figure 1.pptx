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/>
    <p:restoredTop sz="94691"/>
  </p:normalViewPr>
  <p:slideViewPr>
    <p:cSldViewPr snapToGrid="0">
      <p:cViewPr>
        <p:scale>
          <a:sx n="169" d="100"/>
          <a:sy n="169" d="100"/>
        </p:scale>
        <p:origin x="2776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A8226-DFFC-E665-89AF-2BF1729B1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543E7C-4EA4-834F-1BBC-AB142CF3BE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21345-593F-C9EF-8B4A-CFA60497A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C43AE-192C-6945-B54C-E0E3E7B560F2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DEA37-F0C2-BC20-F172-567C197E5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ED5C5-81AC-4563-77A4-DF0C7458A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11FE-4BF6-D744-BDA4-32552ED6D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905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19EBE-CC59-5304-D311-5857F1CEF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413E3-6E05-BEE6-E322-A0F93E5B9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2D8C2-A2DD-1440-E08B-6FA3F8287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C43AE-192C-6945-B54C-E0E3E7B560F2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6BF67-086C-3E96-AE9F-3423456D0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072F8-2495-00B0-3DDB-AA59ED5C2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11FE-4BF6-D744-BDA4-32552ED6D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66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E6622-66DC-D18E-9388-7B8E11D57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4D1F1-B112-FC11-2CF9-15E2AA5D6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81BD6-304A-E150-4490-3EE39C9A5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C43AE-192C-6945-B54C-E0E3E7B560F2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EB9A2-8F2F-8F24-C07B-817D2C932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1FA37-0A05-242E-7954-419D4D063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11FE-4BF6-D744-BDA4-32552ED6D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636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5C700-3493-D86F-F664-D7B6CA217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C11B7-4568-3320-5B39-41F6002E58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43AFC-73C3-F4DA-FFE2-09AE40772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85E12-3BBD-D37B-A1D8-711B2A290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C43AE-192C-6945-B54C-E0E3E7B560F2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02842-8256-B744-EB66-6B3B139A3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3166D6-7472-F970-3664-A10020AB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11FE-4BF6-D744-BDA4-32552ED6D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246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42867-3E36-1272-63C5-15016D1C7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135D4-3B68-E3FA-0BF6-33A6B7E2E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3E2008-6BCF-38EA-3A8A-C0DDEF1F4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E80909-5DB6-911B-5A72-0FF2B0F2A4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5D1BC6-AAEF-BE08-E7F6-6965E50D04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F0ECDB-4ED6-1076-36B7-859D78C4C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C43AE-192C-6945-B54C-E0E3E7B560F2}" type="datetimeFigureOut">
              <a:rPr lang="en-US" smtClean="0"/>
              <a:t>7/8/26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2467A7-1B79-8301-E30C-90D25947C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0C0D4F-5CFE-EB2F-9E34-7ABD28D04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11FE-4BF6-D744-BDA4-32552ED6D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06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5542A-2A4C-E8F7-4AAE-F3E30683A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EEBD84-146E-16E4-E098-81C0A61C6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C43AE-192C-6945-B54C-E0E3E7B560F2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377E4A-80C5-7FBE-B16B-9D373B8F7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23D298-42B8-DECA-53F4-93BD7DD52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11FE-4BF6-D744-BDA4-32552ED6D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166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DE52BD-5594-B909-A11D-76A933FBC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C43AE-192C-6945-B54C-E0E3E7B560F2}" type="datetimeFigureOut">
              <a:rPr lang="en-US" smtClean="0"/>
              <a:t>7/8/26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F218CB-BB27-C829-B7F8-B3B0167A7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56B17-F1DA-68B1-AD34-E1BAAC4B6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11FE-4BF6-D744-BDA4-32552ED6D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823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3C5A2-2473-5D5F-54B3-1253FDD24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2B082-AE9A-2B77-438F-35F5BAD3F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B3C8E-BA41-63C1-A2AB-1E9D7705A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5AEF7-5BC8-7595-2CD1-3A4E153C2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C43AE-192C-6945-B54C-E0E3E7B560F2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7AAB1-B2A0-66BF-3BA4-74BF90EF7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66C66-90BA-754B-C2CE-05B3B8BFF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11FE-4BF6-D744-BDA4-32552ED6D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013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0F82D-43EA-3CF1-1FF0-88380EA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ECB4C-F5DA-B912-30C9-E3402F3B61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B8CE2-65C7-9723-39EF-612F32275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88E280-13B8-9450-6E7F-D2850067D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C43AE-192C-6945-B54C-E0E3E7B560F2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DAC9D5-C277-3E2B-EA62-879E80371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93A07-6F9E-2417-5C9C-AC5E3ECB4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11FE-4BF6-D744-BDA4-32552ED6D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677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05F61-4CEE-445D-4FEF-2E3296AB7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9AC33F-AE1B-B0E9-EA89-5713830CB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7CF27-5C52-E86E-914A-4F76B5C57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C43AE-192C-6945-B54C-E0E3E7B560F2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E088D-52F9-ACFA-774E-9D18587A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BC554-B0A1-7C74-C43F-CF2BD766A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11FE-4BF6-D744-BDA4-32552ED6D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998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339351-BDCD-ED73-4CEE-234DEA1D1E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14DDF4-600E-6C28-CF8A-FE4F5C591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A9F65-E155-37FD-1250-89525C76A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C43AE-192C-6945-B54C-E0E3E7B560F2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CD8E7-171A-C8D4-E355-3E888A726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05B8D-CA42-7495-B895-1F7530376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11FE-4BF6-D744-BDA4-32552ED6D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667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1FC375-5F90-C740-AC4D-200289570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925202-0916-6EFD-E735-1F34E4F2D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196CF-69B3-9323-AAAB-71F68B55FA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6C43AE-192C-6945-B54C-E0E3E7B560F2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08587-77BA-C9A0-9D02-40CF632E5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D9DE8-4421-644D-F55C-6FB7BA76C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D511FE-4BF6-D744-BDA4-32552ED6D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736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raphic 146">
            <a:extLst>
              <a:ext uri="{FF2B5EF4-FFF2-40B4-BE49-F238E27FC236}">
                <a16:creationId xmlns:a16="http://schemas.microsoft.com/office/drawing/2014/main" id="{E28B4FEA-F62B-DC45-DC7D-6246E0BE27E1}"/>
              </a:ext>
            </a:extLst>
          </p:cNvPr>
          <p:cNvGrpSpPr/>
          <p:nvPr/>
        </p:nvGrpSpPr>
        <p:grpSpPr>
          <a:xfrm>
            <a:off x="1234160" y="2372368"/>
            <a:ext cx="2911000" cy="2691056"/>
            <a:chOff x="1234160" y="2372368"/>
            <a:chExt cx="2911000" cy="2691056"/>
          </a:xfrm>
        </p:grpSpPr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C84E3399-E369-4695-98AC-BB85DD3DCC85}"/>
                </a:ext>
              </a:extLst>
            </p:cNvPr>
            <p:cNvSpPr/>
            <p:nvPr/>
          </p:nvSpPr>
          <p:spPr>
            <a:xfrm>
              <a:off x="1261540" y="2372368"/>
              <a:ext cx="2883493" cy="2690928"/>
            </a:xfrm>
            <a:prstGeom prst="rect">
              <a:avLst/>
            </a:prstGeom>
            <a:solidFill>
              <a:srgbClr val="FFFFFF"/>
            </a:solidFill>
            <a:ln w="14770"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05FFA32C-878A-5F59-0996-9C16BBABD817}"/>
                </a:ext>
              </a:extLst>
            </p:cNvPr>
            <p:cNvSpPr/>
            <p:nvPr/>
          </p:nvSpPr>
          <p:spPr>
            <a:xfrm>
              <a:off x="1261540" y="2833656"/>
              <a:ext cx="2883620" cy="2229768"/>
            </a:xfrm>
            <a:custGeom>
              <a:avLst/>
              <a:gdLst>
                <a:gd name="csX0" fmla="*/ 0 w 2883620"/>
                <a:gd name="csY0" fmla="*/ 2229769 h 2229768"/>
                <a:gd name="csX1" fmla="*/ 32094 w 2883620"/>
                <a:gd name="csY1" fmla="*/ 1967795 h 2229768"/>
                <a:gd name="csX2" fmla="*/ 64061 w 2883620"/>
                <a:gd name="csY2" fmla="*/ 1933027 h 2229768"/>
                <a:gd name="csX3" fmla="*/ 96155 w 2883620"/>
                <a:gd name="csY3" fmla="*/ 1861961 h 2229768"/>
                <a:gd name="csX4" fmla="*/ 128249 w 2883620"/>
                <a:gd name="csY4" fmla="*/ 1744538 h 2229768"/>
                <a:gd name="csX5" fmla="*/ 160215 w 2883620"/>
                <a:gd name="csY5" fmla="*/ 1715883 h 2229768"/>
                <a:gd name="csX6" fmla="*/ 192309 w 2883620"/>
                <a:gd name="csY6" fmla="*/ 1655897 h 2229768"/>
                <a:gd name="csX7" fmla="*/ 224276 w 2883620"/>
                <a:gd name="csY7" fmla="*/ 1596294 h 2229768"/>
                <a:gd name="csX8" fmla="*/ 256370 w 2883620"/>
                <a:gd name="csY8" fmla="*/ 1518606 h 2229768"/>
                <a:gd name="csX9" fmla="*/ 288337 w 2883620"/>
                <a:gd name="csY9" fmla="*/ 1473522 h 2229768"/>
                <a:gd name="csX10" fmla="*/ 320431 w 2883620"/>
                <a:gd name="csY10" fmla="*/ 1445376 h 2229768"/>
                <a:gd name="csX11" fmla="*/ 352525 w 2883620"/>
                <a:gd name="csY11" fmla="*/ 1362339 h 2229768"/>
                <a:gd name="csX12" fmla="*/ 384491 w 2883620"/>
                <a:gd name="csY12" fmla="*/ 1343363 h 2229768"/>
                <a:gd name="csX13" fmla="*/ 416585 w 2883620"/>
                <a:gd name="csY13" fmla="*/ 1297514 h 2229768"/>
                <a:gd name="csX14" fmla="*/ 448552 w 2883620"/>
                <a:gd name="csY14" fmla="*/ 1247081 h 2229768"/>
                <a:gd name="csX15" fmla="*/ 480646 w 2883620"/>
                <a:gd name="csY15" fmla="*/ 1214987 h 2229768"/>
                <a:gd name="csX16" fmla="*/ 512613 w 2883620"/>
                <a:gd name="csY16" fmla="*/ 1180855 h 2229768"/>
                <a:gd name="csX17" fmla="*/ 544707 w 2883620"/>
                <a:gd name="csY17" fmla="*/ 1157294 h 2229768"/>
                <a:gd name="csX18" fmla="*/ 576801 w 2883620"/>
                <a:gd name="csY18" fmla="*/ 1110554 h 2229768"/>
                <a:gd name="csX19" fmla="*/ 608767 w 2883620"/>
                <a:gd name="csY19" fmla="*/ 1098328 h 2229768"/>
                <a:gd name="csX20" fmla="*/ 640861 w 2883620"/>
                <a:gd name="csY20" fmla="*/ 1085847 h 2229768"/>
                <a:gd name="csX21" fmla="*/ 672828 w 2883620"/>
                <a:gd name="csY21" fmla="*/ 1072602 h 2229768"/>
                <a:gd name="csX22" fmla="*/ 704922 w 2883620"/>
                <a:gd name="csY22" fmla="*/ 1045729 h 2229768"/>
                <a:gd name="csX23" fmla="*/ 736889 w 2883620"/>
                <a:gd name="csY23" fmla="*/ 1032230 h 2229768"/>
                <a:gd name="csX24" fmla="*/ 768983 w 2883620"/>
                <a:gd name="csY24" fmla="*/ 1003829 h 2229768"/>
                <a:gd name="csX25" fmla="*/ 801077 w 2883620"/>
                <a:gd name="csY25" fmla="*/ 1003829 h 2229768"/>
                <a:gd name="csX26" fmla="*/ 833043 w 2883620"/>
                <a:gd name="csY26" fmla="*/ 988928 h 2229768"/>
                <a:gd name="csX27" fmla="*/ 865137 w 2883620"/>
                <a:gd name="csY27" fmla="*/ 958872 h 2229768"/>
                <a:gd name="csX28" fmla="*/ 897104 w 2883620"/>
                <a:gd name="csY28" fmla="*/ 927542 h 2229768"/>
                <a:gd name="csX29" fmla="*/ 929198 w 2883620"/>
                <a:gd name="csY29" fmla="*/ 879656 h 2229768"/>
                <a:gd name="csX30" fmla="*/ 961165 w 2883620"/>
                <a:gd name="csY30" fmla="*/ 800822 h 2229768"/>
                <a:gd name="csX31" fmla="*/ 993258 w 2883620"/>
                <a:gd name="csY31" fmla="*/ 768218 h 2229768"/>
                <a:gd name="csX32" fmla="*/ 1025225 w 2883620"/>
                <a:gd name="csY32" fmla="*/ 768218 h 2229768"/>
                <a:gd name="csX33" fmla="*/ 1057319 w 2883620"/>
                <a:gd name="csY33" fmla="*/ 768218 h 2229768"/>
                <a:gd name="csX34" fmla="*/ 1089413 w 2883620"/>
                <a:gd name="csY34" fmla="*/ 731667 h 2229768"/>
                <a:gd name="csX35" fmla="*/ 1121380 w 2883620"/>
                <a:gd name="csY35" fmla="*/ 731667 h 2229768"/>
                <a:gd name="csX36" fmla="*/ 1153474 w 2883620"/>
                <a:gd name="csY36" fmla="*/ 679323 h 2229768"/>
                <a:gd name="csX37" fmla="*/ 1185441 w 2883620"/>
                <a:gd name="csY37" fmla="*/ 623541 h 2229768"/>
                <a:gd name="csX38" fmla="*/ 1217534 w 2883620"/>
                <a:gd name="csY38" fmla="*/ 585970 h 2229768"/>
                <a:gd name="csX39" fmla="*/ 1249501 w 2883620"/>
                <a:gd name="csY39" fmla="*/ 547126 h 2229768"/>
                <a:gd name="csX40" fmla="*/ 1281595 w 2883620"/>
                <a:gd name="csY40" fmla="*/ 547126 h 2229768"/>
                <a:gd name="csX41" fmla="*/ 1313689 w 2883620"/>
                <a:gd name="csY41" fmla="*/ 527259 h 2229768"/>
                <a:gd name="csX42" fmla="*/ 1345656 w 2883620"/>
                <a:gd name="csY42" fmla="*/ 507009 h 2229768"/>
                <a:gd name="csX43" fmla="*/ 1377750 w 2883620"/>
                <a:gd name="csY43" fmla="*/ 445241 h 2229768"/>
                <a:gd name="csX44" fmla="*/ 1409717 w 2883620"/>
                <a:gd name="csY44" fmla="*/ 425245 h 2229768"/>
                <a:gd name="csX45" fmla="*/ 1441810 w 2883620"/>
                <a:gd name="csY45" fmla="*/ 425245 h 2229768"/>
                <a:gd name="csX46" fmla="*/ 1473777 w 2883620"/>
                <a:gd name="csY46" fmla="*/ 405250 h 2229768"/>
                <a:gd name="csX47" fmla="*/ 1505871 w 2883620"/>
                <a:gd name="csY47" fmla="*/ 384873 h 2229768"/>
                <a:gd name="csX48" fmla="*/ 1537965 w 2883620"/>
                <a:gd name="csY48" fmla="*/ 343992 h 2229768"/>
                <a:gd name="csX49" fmla="*/ 1569932 w 2883620"/>
                <a:gd name="csY49" fmla="*/ 322978 h 2229768"/>
                <a:gd name="csX50" fmla="*/ 1602026 w 2883620"/>
                <a:gd name="csY50" fmla="*/ 322978 h 2229768"/>
                <a:gd name="csX51" fmla="*/ 1633993 w 2883620"/>
                <a:gd name="csY51" fmla="*/ 301327 h 2229768"/>
                <a:gd name="csX52" fmla="*/ 1666086 w 2883620"/>
                <a:gd name="csY52" fmla="*/ 301327 h 2229768"/>
                <a:gd name="csX53" fmla="*/ 1698053 w 2883620"/>
                <a:gd name="csY53" fmla="*/ 301327 h 2229768"/>
                <a:gd name="csX54" fmla="*/ 1730147 w 2883620"/>
                <a:gd name="csY54" fmla="*/ 301327 h 2229768"/>
                <a:gd name="csX55" fmla="*/ 1762241 w 2883620"/>
                <a:gd name="csY55" fmla="*/ 301327 h 2229768"/>
                <a:gd name="csX56" fmla="*/ 1794208 w 2883620"/>
                <a:gd name="csY56" fmla="*/ 301327 h 2229768"/>
                <a:gd name="csX57" fmla="*/ 1826302 w 2883620"/>
                <a:gd name="csY57" fmla="*/ 276365 h 2229768"/>
                <a:gd name="csX58" fmla="*/ 1858269 w 2883620"/>
                <a:gd name="csY58" fmla="*/ 276365 h 2229768"/>
                <a:gd name="csX59" fmla="*/ 1890362 w 2883620"/>
                <a:gd name="csY59" fmla="*/ 251148 h 2229768"/>
                <a:gd name="csX60" fmla="*/ 1922329 w 2883620"/>
                <a:gd name="csY60" fmla="*/ 251148 h 2229768"/>
                <a:gd name="csX61" fmla="*/ 1954423 w 2883620"/>
                <a:gd name="csY61" fmla="*/ 251148 h 2229768"/>
                <a:gd name="csX62" fmla="*/ 1986517 w 2883620"/>
                <a:gd name="csY62" fmla="*/ 251148 h 2229768"/>
                <a:gd name="csX63" fmla="*/ 2018484 w 2883620"/>
                <a:gd name="csY63" fmla="*/ 251148 h 2229768"/>
                <a:gd name="csX64" fmla="*/ 2050578 w 2883620"/>
                <a:gd name="csY64" fmla="*/ 251148 h 2229768"/>
                <a:gd name="csX65" fmla="*/ 2082545 w 2883620"/>
                <a:gd name="csY65" fmla="*/ 251148 h 2229768"/>
                <a:gd name="csX66" fmla="*/ 2114638 w 2883620"/>
                <a:gd name="csY66" fmla="*/ 223002 h 2229768"/>
                <a:gd name="csX67" fmla="*/ 2146605 w 2883620"/>
                <a:gd name="csY67" fmla="*/ 194856 h 2229768"/>
                <a:gd name="csX68" fmla="*/ 2178699 w 2883620"/>
                <a:gd name="csY68" fmla="*/ 194856 h 2229768"/>
                <a:gd name="csX69" fmla="*/ 2210793 w 2883620"/>
                <a:gd name="csY69" fmla="*/ 132579 h 2229768"/>
                <a:gd name="csX70" fmla="*/ 2242760 w 2883620"/>
                <a:gd name="csY70" fmla="*/ 132579 h 2229768"/>
                <a:gd name="csX71" fmla="*/ 2274854 w 2883620"/>
                <a:gd name="csY71" fmla="*/ 100867 h 2229768"/>
                <a:gd name="csX72" fmla="*/ 2306821 w 2883620"/>
                <a:gd name="csY72" fmla="*/ 67117 h 2229768"/>
                <a:gd name="csX73" fmla="*/ 2338914 w 2883620"/>
                <a:gd name="csY73" fmla="*/ 67117 h 2229768"/>
                <a:gd name="csX74" fmla="*/ 2370881 w 2883620"/>
                <a:gd name="csY74" fmla="*/ 67117 h 2229768"/>
                <a:gd name="csX75" fmla="*/ 2402975 w 2883620"/>
                <a:gd name="csY75" fmla="*/ 67117 h 2229768"/>
                <a:gd name="csX76" fmla="*/ 2435069 w 2883620"/>
                <a:gd name="csY76" fmla="*/ 33495 h 2229768"/>
                <a:gd name="csX77" fmla="*/ 2467036 w 2883620"/>
                <a:gd name="csY77" fmla="*/ 33495 h 2229768"/>
                <a:gd name="csX78" fmla="*/ 2499130 w 2883620"/>
                <a:gd name="csY78" fmla="*/ 33495 h 2229768"/>
                <a:gd name="csX79" fmla="*/ 2531096 w 2883620"/>
                <a:gd name="csY79" fmla="*/ 33495 h 2229768"/>
                <a:gd name="csX80" fmla="*/ 2563190 w 2883620"/>
                <a:gd name="csY80" fmla="*/ 0 h 2229768"/>
                <a:gd name="csX81" fmla="*/ 2595157 w 2883620"/>
                <a:gd name="csY81" fmla="*/ 0 h 2229768"/>
                <a:gd name="csX82" fmla="*/ 2627251 w 2883620"/>
                <a:gd name="csY82" fmla="*/ 0 h 2229768"/>
                <a:gd name="csX83" fmla="*/ 2659345 w 2883620"/>
                <a:gd name="csY83" fmla="*/ 0 h 2229768"/>
                <a:gd name="csX84" fmla="*/ 2691312 w 2883620"/>
                <a:gd name="csY84" fmla="*/ 0 h 2229768"/>
                <a:gd name="csX85" fmla="*/ 2723406 w 2883620"/>
                <a:gd name="csY85" fmla="*/ 0 h 2229768"/>
                <a:gd name="csX86" fmla="*/ 2755373 w 2883620"/>
                <a:gd name="csY86" fmla="*/ 0 h 2229768"/>
                <a:gd name="csX87" fmla="*/ 2787466 w 2883620"/>
                <a:gd name="csY87" fmla="*/ 0 h 2229768"/>
                <a:gd name="csX88" fmla="*/ 2819433 w 2883620"/>
                <a:gd name="csY88" fmla="*/ 0 h 2229768"/>
                <a:gd name="csX89" fmla="*/ 2851527 w 2883620"/>
                <a:gd name="csY89" fmla="*/ 0 h 2229768"/>
                <a:gd name="csX90" fmla="*/ 2883621 w 2883620"/>
                <a:gd name="csY90" fmla="*/ 0 h 2229768"/>
                <a:gd name="csX91" fmla="*/ 2883621 w 2883620"/>
                <a:gd name="csY91" fmla="*/ 598833 h 2229768"/>
                <a:gd name="csX92" fmla="*/ 2851527 w 2883620"/>
                <a:gd name="csY92" fmla="*/ 598833 h 2229768"/>
                <a:gd name="csX93" fmla="*/ 2819433 w 2883620"/>
                <a:gd name="csY93" fmla="*/ 598833 h 2229768"/>
                <a:gd name="csX94" fmla="*/ 2787466 w 2883620"/>
                <a:gd name="csY94" fmla="*/ 598833 h 2229768"/>
                <a:gd name="csX95" fmla="*/ 2755373 w 2883620"/>
                <a:gd name="csY95" fmla="*/ 598833 h 2229768"/>
                <a:gd name="csX96" fmla="*/ 2723406 w 2883620"/>
                <a:gd name="csY96" fmla="*/ 598833 h 2229768"/>
                <a:gd name="csX97" fmla="*/ 2691312 w 2883620"/>
                <a:gd name="csY97" fmla="*/ 598833 h 2229768"/>
                <a:gd name="csX98" fmla="*/ 2659345 w 2883620"/>
                <a:gd name="csY98" fmla="*/ 598833 h 2229768"/>
                <a:gd name="csX99" fmla="*/ 2627251 w 2883620"/>
                <a:gd name="csY99" fmla="*/ 598833 h 2229768"/>
                <a:gd name="csX100" fmla="*/ 2595157 w 2883620"/>
                <a:gd name="csY100" fmla="*/ 598833 h 2229768"/>
                <a:gd name="csX101" fmla="*/ 2563190 w 2883620"/>
                <a:gd name="csY101" fmla="*/ 598833 h 2229768"/>
                <a:gd name="csX102" fmla="*/ 2531096 w 2883620"/>
                <a:gd name="csY102" fmla="*/ 624814 h 2229768"/>
                <a:gd name="csX103" fmla="*/ 2499130 w 2883620"/>
                <a:gd name="csY103" fmla="*/ 624814 h 2229768"/>
                <a:gd name="csX104" fmla="*/ 2467036 w 2883620"/>
                <a:gd name="csY104" fmla="*/ 624814 h 2229768"/>
                <a:gd name="csX105" fmla="*/ 2435069 w 2883620"/>
                <a:gd name="csY105" fmla="*/ 624814 h 2229768"/>
                <a:gd name="csX106" fmla="*/ 2402975 w 2883620"/>
                <a:gd name="csY106" fmla="*/ 650668 h 2229768"/>
                <a:gd name="csX107" fmla="*/ 2370881 w 2883620"/>
                <a:gd name="csY107" fmla="*/ 650668 h 2229768"/>
                <a:gd name="csX108" fmla="*/ 2338914 w 2883620"/>
                <a:gd name="csY108" fmla="*/ 650668 h 2229768"/>
                <a:gd name="csX109" fmla="*/ 2306821 w 2883620"/>
                <a:gd name="csY109" fmla="*/ 650668 h 2229768"/>
                <a:gd name="csX110" fmla="*/ 2274854 w 2883620"/>
                <a:gd name="csY110" fmla="*/ 676648 h 2229768"/>
                <a:gd name="csX111" fmla="*/ 2242760 w 2883620"/>
                <a:gd name="csY111" fmla="*/ 701611 h 2229768"/>
                <a:gd name="csX112" fmla="*/ 2210793 w 2883620"/>
                <a:gd name="csY112" fmla="*/ 701611 h 2229768"/>
                <a:gd name="csX113" fmla="*/ 2178699 w 2883620"/>
                <a:gd name="csY113" fmla="*/ 750770 h 2229768"/>
                <a:gd name="csX114" fmla="*/ 2146605 w 2883620"/>
                <a:gd name="csY114" fmla="*/ 750770 h 2229768"/>
                <a:gd name="csX115" fmla="*/ 2114638 w 2883620"/>
                <a:gd name="csY115" fmla="*/ 773440 h 2229768"/>
                <a:gd name="csX116" fmla="*/ 2082545 w 2883620"/>
                <a:gd name="csY116" fmla="*/ 796237 h 2229768"/>
                <a:gd name="csX117" fmla="*/ 2050578 w 2883620"/>
                <a:gd name="csY117" fmla="*/ 796237 h 2229768"/>
                <a:gd name="csX118" fmla="*/ 2018484 w 2883620"/>
                <a:gd name="csY118" fmla="*/ 796237 h 2229768"/>
                <a:gd name="csX119" fmla="*/ 1986517 w 2883620"/>
                <a:gd name="csY119" fmla="*/ 796237 h 2229768"/>
                <a:gd name="csX120" fmla="*/ 1954423 w 2883620"/>
                <a:gd name="csY120" fmla="*/ 796237 h 2229768"/>
                <a:gd name="csX121" fmla="*/ 1922329 w 2883620"/>
                <a:gd name="csY121" fmla="*/ 796237 h 2229768"/>
                <a:gd name="csX122" fmla="*/ 1890362 w 2883620"/>
                <a:gd name="csY122" fmla="*/ 796237 h 2229768"/>
                <a:gd name="csX123" fmla="*/ 1858269 w 2883620"/>
                <a:gd name="csY123" fmla="*/ 817633 h 2229768"/>
                <a:gd name="csX124" fmla="*/ 1826302 w 2883620"/>
                <a:gd name="csY124" fmla="*/ 817633 h 2229768"/>
                <a:gd name="csX125" fmla="*/ 1794208 w 2883620"/>
                <a:gd name="csY125" fmla="*/ 838774 h 2229768"/>
                <a:gd name="csX126" fmla="*/ 1762241 w 2883620"/>
                <a:gd name="csY126" fmla="*/ 838774 h 2229768"/>
                <a:gd name="csX127" fmla="*/ 1730147 w 2883620"/>
                <a:gd name="csY127" fmla="*/ 838774 h 2229768"/>
                <a:gd name="csX128" fmla="*/ 1698053 w 2883620"/>
                <a:gd name="csY128" fmla="*/ 838774 h 2229768"/>
                <a:gd name="csX129" fmla="*/ 1666086 w 2883620"/>
                <a:gd name="csY129" fmla="*/ 838774 h 2229768"/>
                <a:gd name="csX130" fmla="*/ 1633993 w 2883620"/>
                <a:gd name="csY130" fmla="*/ 838774 h 2229768"/>
                <a:gd name="csX131" fmla="*/ 1602026 w 2883620"/>
                <a:gd name="csY131" fmla="*/ 857878 h 2229768"/>
                <a:gd name="csX132" fmla="*/ 1569932 w 2883620"/>
                <a:gd name="csY132" fmla="*/ 857878 h 2229768"/>
                <a:gd name="csX133" fmla="*/ 1537965 w 2883620"/>
                <a:gd name="csY133" fmla="*/ 876599 h 2229768"/>
                <a:gd name="csX134" fmla="*/ 1505871 w 2883620"/>
                <a:gd name="csY134" fmla="*/ 912769 h 2229768"/>
                <a:gd name="csX135" fmla="*/ 1473777 w 2883620"/>
                <a:gd name="csY135" fmla="*/ 930853 h 2229768"/>
                <a:gd name="csX136" fmla="*/ 1441810 w 2883620"/>
                <a:gd name="csY136" fmla="*/ 948683 h 2229768"/>
                <a:gd name="csX137" fmla="*/ 1409717 w 2883620"/>
                <a:gd name="csY137" fmla="*/ 948683 h 2229768"/>
                <a:gd name="csX138" fmla="*/ 1377750 w 2883620"/>
                <a:gd name="csY138" fmla="*/ 966513 h 2229768"/>
                <a:gd name="csX139" fmla="*/ 1345656 w 2883620"/>
                <a:gd name="csY139" fmla="*/ 1009815 h 2229768"/>
                <a:gd name="csX140" fmla="*/ 1313689 w 2883620"/>
                <a:gd name="csY140" fmla="*/ 1027263 h 2229768"/>
                <a:gd name="csX141" fmla="*/ 1281595 w 2883620"/>
                <a:gd name="csY141" fmla="*/ 1044456 h 2229768"/>
                <a:gd name="csX142" fmla="*/ 1249501 w 2883620"/>
                <a:gd name="csY142" fmla="*/ 1044456 h 2229768"/>
                <a:gd name="csX143" fmla="*/ 1217534 w 2883620"/>
                <a:gd name="csY143" fmla="*/ 1078078 h 2229768"/>
                <a:gd name="csX144" fmla="*/ 1185441 w 2883620"/>
                <a:gd name="csY144" fmla="*/ 1110682 h 2229768"/>
                <a:gd name="csX145" fmla="*/ 1153474 w 2883620"/>
                <a:gd name="csY145" fmla="*/ 1159205 h 2229768"/>
                <a:gd name="csX146" fmla="*/ 1121380 w 2883620"/>
                <a:gd name="csY146" fmla="*/ 1201233 h 2229768"/>
                <a:gd name="csX147" fmla="*/ 1089413 w 2883620"/>
                <a:gd name="csY147" fmla="*/ 1201233 h 2229768"/>
                <a:gd name="csX148" fmla="*/ 1057319 w 2883620"/>
                <a:gd name="csY148" fmla="*/ 1232562 h 2229768"/>
                <a:gd name="csX149" fmla="*/ 1025225 w 2883620"/>
                <a:gd name="csY149" fmla="*/ 1232562 h 2229768"/>
                <a:gd name="csX150" fmla="*/ 993258 w 2883620"/>
                <a:gd name="csY150" fmla="*/ 1232562 h 2229768"/>
                <a:gd name="csX151" fmla="*/ 961165 w 2883620"/>
                <a:gd name="csY151" fmla="*/ 1261472 h 2229768"/>
                <a:gd name="csX152" fmla="*/ 929198 w 2883620"/>
                <a:gd name="csY152" fmla="*/ 1314198 h 2229768"/>
                <a:gd name="csX153" fmla="*/ 897104 w 2883620"/>
                <a:gd name="csY153" fmla="*/ 1355335 h 2229768"/>
                <a:gd name="csX154" fmla="*/ 865137 w 2883620"/>
                <a:gd name="csY154" fmla="*/ 1382334 h 2229768"/>
                <a:gd name="csX155" fmla="*/ 833043 w 2883620"/>
                <a:gd name="csY155" fmla="*/ 1408188 h 2229768"/>
                <a:gd name="csX156" fmla="*/ 801077 w 2883620"/>
                <a:gd name="csY156" fmla="*/ 1421051 h 2229768"/>
                <a:gd name="csX157" fmla="*/ 768983 w 2883620"/>
                <a:gd name="csY157" fmla="*/ 1421051 h 2229768"/>
                <a:gd name="csX158" fmla="*/ 736889 w 2883620"/>
                <a:gd name="csY158" fmla="*/ 1445886 h 2229768"/>
                <a:gd name="csX159" fmla="*/ 704922 w 2883620"/>
                <a:gd name="csY159" fmla="*/ 1457730 h 2229768"/>
                <a:gd name="csX160" fmla="*/ 672828 w 2883620"/>
                <a:gd name="csY160" fmla="*/ 1481545 h 2229768"/>
                <a:gd name="csX161" fmla="*/ 640861 w 2883620"/>
                <a:gd name="csY161" fmla="*/ 1493135 h 2229768"/>
                <a:gd name="csX162" fmla="*/ 608767 w 2883620"/>
                <a:gd name="csY162" fmla="*/ 1504215 h 2229768"/>
                <a:gd name="csX163" fmla="*/ 576801 w 2883620"/>
                <a:gd name="csY163" fmla="*/ 1515168 h 2229768"/>
                <a:gd name="csX164" fmla="*/ 544707 w 2883620"/>
                <a:gd name="csY164" fmla="*/ 1550701 h 2229768"/>
                <a:gd name="csX165" fmla="*/ 512613 w 2883620"/>
                <a:gd name="csY165" fmla="*/ 1571587 h 2229768"/>
                <a:gd name="csX166" fmla="*/ 480646 w 2883620"/>
                <a:gd name="csY166" fmla="*/ 1602025 h 2229768"/>
                <a:gd name="csX167" fmla="*/ 448552 w 2883620"/>
                <a:gd name="csY167" fmla="*/ 1630808 h 2229768"/>
                <a:gd name="csX168" fmla="*/ 416585 w 2883620"/>
                <a:gd name="csY168" fmla="*/ 1674364 h 2229768"/>
                <a:gd name="csX169" fmla="*/ 384491 w 2883620"/>
                <a:gd name="csY169" fmla="*/ 1714609 h 2229768"/>
                <a:gd name="csX170" fmla="*/ 352525 w 2883620"/>
                <a:gd name="csY170" fmla="*/ 1731675 h 2229768"/>
                <a:gd name="csX171" fmla="*/ 320431 w 2883620"/>
                <a:gd name="csY171" fmla="*/ 1801339 h 2229768"/>
                <a:gd name="csX172" fmla="*/ 288337 w 2883620"/>
                <a:gd name="csY172" fmla="*/ 1826556 h 2229768"/>
                <a:gd name="csX173" fmla="*/ 256370 w 2883620"/>
                <a:gd name="csY173" fmla="*/ 1865273 h 2229768"/>
                <a:gd name="csX174" fmla="*/ 224276 w 2883620"/>
                <a:gd name="csY174" fmla="*/ 1926786 h 2229768"/>
                <a:gd name="csX175" fmla="*/ 192309 w 2883620"/>
                <a:gd name="csY175" fmla="*/ 1975182 h 2229768"/>
                <a:gd name="csX176" fmla="*/ 160215 w 2883620"/>
                <a:gd name="csY176" fmla="*/ 2018738 h 2229768"/>
                <a:gd name="csX177" fmla="*/ 128249 w 2883620"/>
                <a:gd name="csY177" fmla="*/ 2040643 h 2229768"/>
                <a:gd name="csX178" fmla="*/ 96155 w 2883620"/>
                <a:gd name="csY178" fmla="*/ 2122152 h 2229768"/>
                <a:gd name="csX179" fmla="*/ 64061 w 2883620"/>
                <a:gd name="csY179" fmla="*/ 2158831 h 2229768"/>
                <a:gd name="csX180" fmla="*/ 32094 w 2883620"/>
                <a:gd name="csY180" fmla="*/ 2184175 h 2229768"/>
                <a:gd name="csX181" fmla="*/ 0 w 2883620"/>
                <a:gd name="csY181" fmla="*/ 2229769 h 22297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</a:cxnLst>
              <a:rect l="l" t="t" r="r" b="b"/>
              <a:pathLst>
                <a:path w="2883620" h="2229768">
                  <a:moveTo>
                    <a:pt x="0" y="2229769"/>
                  </a:moveTo>
                  <a:lnTo>
                    <a:pt x="32094" y="1967795"/>
                  </a:lnTo>
                  <a:lnTo>
                    <a:pt x="64061" y="1933027"/>
                  </a:lnTo>
                  <a:lnTo>
                    <a:pt x="96155" y="1861961"/>
                  </a:lnTo>
                  <a:lnTo>
                    <a:pt x="128249" y="1744538"/>
                  </a:lnTo>
                  <a:lnTo>
                    <a:pt x="160215" y="1715883"/>
                  </a:lnTo>
                  <a:lnTo>
                    <a:pt x="192309" y="1655897"/>
                  </a:lnTo>
                  <a:lnTo>
                    <a:pt x="224276" y="1596294"/>
                  </a:lnTo>
                  <a:lnTo>
                    <a:pt x="256370" y="1518606"/>
                  </a:lnTo>
                  <a:lnTo>
                    <a:pt x="288337" y="1473522"/>
                  </a:lnTo>
                  <a:lnTo>
                    <a:pt x="320431" y="1445376"/>
                  </a:lnTo>
                  <a:lnTo>
                    <a:pt x="352525" y="1362339"/>
                  </a:lnTo>
                  <a:lnTo>
                    <a:pt x="384491" y="1343363"/>
                  </a:lnTo>
                  <a:lnTo>
                    <a:pt x="416585" y="1297514"/>
                  </a:lnTo>
                  <a:lnTo>
                    <a:pt x="448552" y="1247081"/>
                  </a:lnTo>
                  <a:lnTo>
                    <a:pt x="480646" y="1214987"/>
                  </a:lnTo>
                  <a:lnTo>
                    <a:pt x="512613" y="1180855"/>
                  </a:lnTo>
                  <a:lnTo>
                    <a:pt x="544707" y="1157294"/>
                  </a:lnTo>
                  <a:lnTo>
                    <a:pt x="576801" y="1110554"/>
                  </a:lnTo>
                  <a:lnTo>
                    <a:pt x="608767" y="1098328"/>
                  </a:lnTo>
                  <a:lnTo>
                    <a:pt x="640861" y="1085847"/>
                  </a:lnTo>
                  <a:lnTo>
                    <a:pt x="672828" y="1072602"/>
                  </a:lnTo>
                  <a:lnTo>
                    <a:pt x="704922" y="1045729"/>
                  </a:lnTo>
                  <a:lnTo>
                    <a:pt x="736889" y="1032230"/>
                  </a:lnTo>
                  <a:lnTo>
                    <a:pt x="768983" y="1003829"/>
                  </a:lnTo>
                  <a:lnTo>
                    <a:pt x="801077" y="1003829"/>
                  </a:lnTo>
                  <a:lnTo>
                    <a:pt x="833043" y="988928"/>
                  </a:lnTo>
                  <a:lnTo>
                    <a:pt x="865137" y="958872"/>
                  </a:lnTo>
                  <a:lnTo>
                    <a:pt x="897104" y="927542"/>
                  </a:lnTo>
                  <a:lnTo>
                    <a:pt x="929198" y="879656"/>
                  </a:lnTo>
                  <a:lnTo>
                    <a:pt x="961165" y="800822"/>
                  </a:lnTo>
                  <a:lnTo>
                    <a:pt x="993258" y="768218"/>
                  </a:lnTo>
                  <a:lnTo>
                    <a:pt x="1025225" y="768218"/>
                  </a:lnTo>
                  <a:lnTo>
                    <a:pt x="1057319" y="768218"/>
                  </a:lnTo>
                  <a:lnTo>
                    <a:pt x="1089413" y="731667"/>
                  </a:lnTo>
                  <a:lnTo>
                    <a:pt x="1121380" y="731667"/>
                  </a:lnTo>
                  <a:lnTo>
                    <a:pt x="1153474" y="679323"/>
                  </a:lnTo>
                  <a:lnTo>
                    <a:pt x="1185441" y="623541"/>
                  </a:lnTo>
                  <a:lnTo>
                    <a:pt x="1217534" y="585970"/>
                  </a:lnTo>
                  <a:lnTo>
                    <a:pt x="1249501" y="547126"/>
                  </a:lnTo>
                  <a:lnTo>
                    <a:pt x="1281595" y="547126"/>
                  </a:lnTo>
                  <a:lnTo>
                    <a:pt x="1313689" y="527259"/>
                  </a:lnTo>
                  <a:lnTo>
                    <a:pt x="1345656" y="507009"/>
                  </a:lnTo>
                  <a:lnTo>
                    <a:pt x="1377750" y="445241"/>
                  </a:lnTo>
                  <a:lnTo>
                    <a:pt x="1409717" y="425245"/>
                  </a:lnTo>
                  <a:lnTo>
                    <a:pt x="1441810" y="425245"/>
                  </a:lnTo>
                  <a:lnTo>
                    <a:pt x="1473777" y="405250"/>
                  </a:lnTo>
                  <a:lnTo>
                    <a:pt x="1505871" y="384873"/>
                  </a:lnTo>
                  <a:lnTo>
                    <a:pt x="1537965" y="343992"/>
                  </a:lnTo>
                  <a:lnTo>
                    <a:pt x="1569932" y="322978"/>
                  </a:lnTo>
                  <a:lnTo>
                    <a:pt x="1602026" y="322978"/>
                  </a:lnTo>
                  <a:lnTo>
                    <a:pt x="1633993" y="301327"/>
                  </a:lnTo>
                  <a:lnTo>
                    <a:pt x="1666086" y="301327"/>
                  </a:lnTo>
                  <a:lnTo>
                    <a:pt x="1698053" y="301327"/>
                  </a:lnTo>
                  <a:lnTo>
                    <a:pt x="1730147" y="301327"/>
                  </a:lnTo>
                  <a:lnTo>
                    <a:pt x="1762241" y="301327"/>
                  </a:lnTo>
                  <a:lnTo>
                    <a:pt x="1794208" y="301327"/>
                  </a:lnTo>
                  <a:lnTo>
                    <a:pt x="1826302" y="276365"/>
                  </a:lnTo>
                  <a:lnTo>
                    <a:pt x="1858269" y="276365"/>
                  </a:lnTo>
                  <a:lnTo>
                    <a:pt x="1890362" y="251148"/>
                  </a:lnTo>
                  <a:lnTo>
                    <a:pt x="1922329" y="251148"/>
                  </a:lnTo>
                  <a:lnTo>
                    <a:pt x="1954423" y="251148"/>
                  </a:lnTo>
                  <a:lnTo>
                    <a:pt x="1986517" y="251148"/>
                  </a:lnTo>
                  <a:lnTo>
                    <a:pt x="2018484" y="251148"/>
                  </a:lnTo>
                  <a:lnTo>
                    <a:pt x="2050578" y="251148"/>
                  </a:lnTo>
                  <a:lnTo>
                    <a:pt x="2082545" y="251148"/>
                  </a:lnTo>
                  <a:lnTo>
                    <a:pt x="2114638" y="223002"/>
                  </a:lnTo>
                  <a:lnTo>
                    <a:pt x="2146605" y="194856"/>
                  </a:lnTo>
                  <a:lnTo>
                    <a:pt x="2178699" y="194856"/>
                  </a:lnTo>
                  <a:lnTo>
                    <a:pt x="2210793" y="132579"/>
                  </a:lnTo>
                  <a:lnTo>
                    <a:pt x="2242760" y="132579"/>
                  </a:lnTo>
                  <a:lnTo>
                    <a:pt x="2274854" y="100867"/>
                  </a:lnTo>
                  <a:lnTo>
                    <a:pt x="2306821" y="67117"/>
                  </a:lnTo>
                  <a:lnTo>
                    <a:pt x="2338914" y="67117"/>
                  </a:lnTo>
                  <a:lnTo>
                    <a:pt x="2370881" y="67117"/>
                  </a:lnTo>
                  <a:lnTo>
                    <a:pt x="2402975" y="67117"/>
                  </a:lnTo>
                  <a:lnTo>
                    <a:pt x="2435069" y="33495"/>
                  </a:lnTo>
                  <a:lnTo>
                    <a:pt x="2467036" y="33495"/>
                  </a:lnTo>
                  <a:lnTo>
                    <a:pt x="2499130" y="33495"/>
                  </a:lnTo>
                  <a:lnTo>
                    <a:pt x="2531096" y="33495"/>
                  </a:lnTo>
                  <a:lnTo>
                    <a:pt x="2563190" y="0"/>
                  </a:lnTo>
                  <a:lnTo>
                    <a:pt x="2595157" y="0"/>
                  </a:lnTo>
                  <a:lnTo>
                    <a:pt x="2627251" y="0"/>
                  </a:lnTo>
                  <a:lnTo>
                    <a:pt x="2659345" y="0"/>
                  </a:lnTo>
                  <a:lnTo>
                    <a:pt x="2691312" y="0"/>
                  </a:lnTo>
                  <a:lnTo>
                    <a:pt x="2723406" y="0"/>
                  </a:lnTo>
                  <a:lnTo>
                    <a:pt x="2755373" y="0"/>
                  </a:lnTo>
                  <a:lnTo>
                    <a:pt x="2787466" y="0"/>
                  </a:lnTo>
                  <a:lnTo>
                    <a:pt x="2819433" y="0"/>
                  </a:lnTo>
                  <a:lnTo>
                    <a:pt x="2851527" y="0"/>
                  </a:lnTo>
                  <a:lnTo>
                    <a:pt x="2883621" y="0"/>
                  </a:lnTo>
                  <a:lnTo>
                    <a:pt x="2883621" y="598833"/>
                  </a:lnTo>
                  <a:lnTo>
                    <a:pt x="2851527" y="598833"/>
                  </a:lnTo>
                  <a:lnTo>
                    <a:pt x="2819433" y="598833"/>
                  </a:lnTo>
                  <a:lnTo>
                    <a:pt x="2787466" y="598833"/>
                  </a:lnTo>
                  <a:lnTo>
                    <a:pt x="2755373" y="598833"/>
                  </a:lnTo>
                  <a:lnTo>
                    <a:pt x="2723406" y="598833"/>
                  </a:lnTo>
                  <a:lnTo>
                    <a:pt x="2691312" y="598833"/>
                  </a:lnTo>
                  <a:lnTo>
                    <a:pt x="2659345" y="598833"/>
                  </a:lnTo>
                  <a:lnTo>
                    <a:pt x="2627251" y="598833"/>
                  </a:lnTo>
                  <a:lnTo>
                    <a:pt x="2595157" y="598833"/>
                  </a:lnTo>
                  <a:lnTo>
                    <a:pt x="2563190" y="598833"/>
                  </a:lnTo>
                  <a:lnTo>
                    <a:pt x="2531096" y="624814"/>
                  </a:lnTo>
                  <a:lnTo>
                    <a:pt x="2499130" y="624814"/>
                  </a:lnTo>
                  <a:lnTo>
                    <a:pt x="2467036" y="624814"/>
                  </a:lnTo>
                  <a:lnTo>
                    <a:pt x="2435069" y="624814"/>
                  </a:lnTo>
                  <a:lnTo>
                    <a:pt x="2402975" y="650668"/>
                  </a:lnTo>
                  <a:lnTo>
                    <a:pt x="2370881" y="650668"/>
                  </a:lnTo>
                  <a:lnTo>
                    <a:pt x="2338914" y="650668"/>
                  </a:lnTo>
                  <a:lnTo>
                    <a:pt x="2306821" y="650668"/>
                  </a:lnTo>
                  <a:lnTo>
                    <a:pt x="2274854" y="676648"/>
                  </a:lnTo>
                  <a:lnTo>
                    <a:pt x="2242760" y="701611"/>
                  </a:lnTo>
                  <a:lnTo>
                    <a:pt x="2210793" y="701611"/>
                  </a:lnTo>
                  <a:lnTo>
                    <a:pt x="2178699" y="750770"/>
                  </a:lnTo>
                  <a:lnTo>
                    <a:pt x="2146605" y="750770"/>
                  </a:lnTo>
                  <a:lnTo>
                    <a:pt x="2114638" y="773440"/>
                  </a:lnTo>
                  <a:lnTo>
                    <a:pt x="2082545" y="796237"/>
                  </a:lnTo>
                  <a:lnTo>
                    <a:pt x="2050578" y="796237"/>
                  </a:lnTo>
                  <a:lnTo>
                    <a:pt x="2018484" y="796237"/>
                  </a:lnTo>
                  <a:lnTo>
                    <a:pt x="1986517" y="796237"/>
                  </a:lnTo>
                  <a:lnTo>
                    <a:pt x="1954423" y="796237"/>
                  </a:lnTo>
                  <a:lnTo>
                    <a:pt x="1922329" y="796237"/>
                  </a:lnTo>
                  <a:lnTo>
                    <a:pt x="1890362" y="796237"/>
                  </a:lnTo>
                  <a:lnTo>
                    <a:pt x="1858269" y="817633"/>
                  </a:lnTo>
                  <a:lnTo>
                    <a:pt x="1826302" y="817633"/>
                  </a:lnTo>
                  <a:lnTo>
                    <a:pt x="1794208" y="838774"/>
                  </a:lnTo>
                  <a:lnTo>
                    <a:pt x="1762241" y="838774"/>
                  </a:lnTo>
                  <a:lnTo>
                    <a:pt x="1730147" y="838774"/>
                  </a:lnTo>
                  <a:lnTo>
                    <a:pt x="1698053" y="838774"/>
                  </a:lnTo>
                  <a:lnTo>
                    <a:pt x="1666086" y="838774"/>
                  </a:lnTo>
                  <a:lnTo>
                    <a:pt x="1633993" y="838774"/>
                  </a:lnTo>
                  <a:lnTo>
                    <a:pt x="1602026" y="857878"/>
                  </a:lnTo>
                  <a:lnTo>
                    <a:pt x="1569932" y="857878"/>
                  </a:lnTo>
                  <a:lnTo>
                    <a:pt x="1537965" y="876599"/>
                  </a:lnTo>
                  <a:lnTo>
                    <a:pt x="1505871" y="912769"/>
                  </a:lnTo>
                  <a:lnTo>
                    <a:pt x="1473777" y="930853"/>
                  </a:lnTo>
                  <a:lnTo>
                    <a:pt x="1441810" y="948683"/>
                  </a:lnTo>
                  <a:lnTo>
                    <a:pt x="1409717" y="948683"/>
                  </a:lnTo>
                  <a:lnTo>
                    <a:pt x="1377750" y="966513"/>
                  </a:lnTo>
                  <a:lnTo>
                    <a:pt x="1345656" y="1009815"/>
                  </a:lnTo>
                  <a:lnTo>
                    <a:pt x="1313689" y="1027263"/>
                  </a:lnTo>
                  <a:lnTo>
                    <a:pt x="1281595" y="1044456"/>
                  </a:lnTo>
                  <a:lnTo>
                    <a:pt x="1249501" y="1044456"/>
                  </a:lnTo>
                  <a:lnTo>
                    <a:pt x="1217534" y="1078078"/>
                  </a:lnTo>
                  <a:lnTo>
                    <a:pt x="1185441" y="1110682"/>
                  </a:lnTo>
                  <a:lnTo>
                    <a:pt x="1153474" y="1159205"/>
                  </a:lnTo>
                  <a:lnTo>
                    <a:pt x="1121380" y="1201233"/>
                  </a:lnTo>
                  <a:lnTo>
                    <a:pt x="1089413" y="1201233"/>
                  </a:lnTo>
                  <a:lnTo>
                    <a:pt x="1057319" y="1232562"/>
                  </a:lnTo>
                  <a:lnTo>
                    <a:pt x="1025225" y="1232562"/>
                  </a:lnTo>
                  <a:lnTo>
                    <a:pt x="993258" y="1232562"/>
                  </a:lnTo>
                  <a:lnTo>
                    <a:pt x="961165" y="1261472"/>
                  </a:lnTo>
                  <a:lnTo>
                    <a:pt x="929198" y="1314198"/>
                  </a:lnTo>
                  <a:lnTo>
                    <a:pt x="897104" y="1355335"/>
                  </a:lnTo>
                  <a:lnTo>
                    <a:pt x="865137" y="1382334"/>
                  </a:lnTo>
                  <a:lnTo>
                    <a:pt x="833043" y="1408188"/>
                  </a:lnTo>
                  <a:lnTo>
                    <a:pt x="801077" y="1421051"/>
                  </a:lnTo>
                  <a:lnTo>
                    <a:pt x="768983" y="1421051"/>
                  </a:lnTo>
                  <a:lnTo>
                    <a:pt x="736889" y="1445886"/>
                  </a:lnTo>
                  <a:lnTo>
                    <a:pt x="704922" y="1457730"/>
                  </a:lnTo>
                  <a:lnTo>
                    <a:pt x="672828" y="1481545"/>
                  </a:lnTo>
                  <a:lnTo>
                    <a:pt x="640861" y="1493135"/>
                  </a:lnTo>
                  <a:lnTo>
                    <a:pt x="608767" y="1504215"/>
                  </a:lnTo>
                  <a:lnTo>
                    <a:pt x="576801" y="1515168"/>
                  </a:lnTo>
                  <a:lnTo>
                    <a:pt x="544707" y="1550701"/>
                  </a:lnTo>
                  <a:lnTo>
                    <a:pt x="512613" y="1571587"/>
                  </a:lnTo>
                  <a:lnTo>
                    <a:pt x="480646" y="1602025"/>
                  </a:lnTo>
                  <a:lnTo>
                    <a:pt x="448552" y="1630808"/>
                  </a:lnTo>
                  <a:lnTo>
                    <a:pt x="416585" y="1674364"/>
                  </a:lnTo>
                  <a:lnTo>
                    <a:pt x="384491" y="1714609"/>
                  </a:lnTo>
                  <a:lnTo>
                    <a:pt x="352525" y="1731675"/>
                  </a:lnTo>
                  <a:lnTo>
                    <a:pt x="320431" y="1801339"/>
                  </a:lnTo>
                  <a:lnTo>
                    <a:pt x="288337" y="1826556"/>
                  </a:lnTo>
                  <a:lnTo>
                    <a:pt x="256370" y="1865273"/>
                  </a:lnTo>
                  <a:lnTo>
                    <a:pt x="224276" y="1926786"/>
                  </a:lnTo>
                  <a:lnTo>
                    <a:pt x="192309" y="1975182"/>
                  </a:lnTo>
                  <a:lnTo>
                    <a:pt x="160215" y="2018738"/>
                  </a:lnTo>
                  <a:lnTo>
                    <a:pt x="128249" y="2040643"/>
                  </a:lnTo>
                  <a:lnTo>
                    <a:pt x="96155" y="2122152"/>
                  </a:lnTo>
                  <a:lnTo>
                    <a:pt x="64061" y="2158831"/>
                  </a:lnTo>
                  <a:lnTo>
                    <a:pt x="32094" y="2184175"/>
                  </a:lnTo>
                  <a:lnTo>
                    <a:pt x="0" y="2229769"/>
                  </a:lnTo>
                  <a:close/>
                </a:path>
              </a:pathLst>
            </a:custGeom>
            <a:solidFill>
              <a:srgbClr val="8C8C8C">
                <a:alpha val="18000"/>
              </a:srgbClr>
            </a:solidFill>
            <a:ln w="0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F086B7F6-DB49-CA86-E427-F1EE34178572}"/>
                </a:ext>
              </a:extLst>
            </p:cNvPr>
            <p:cNvSpPr/>
            <p:nvPr/>
          </p:nvSpPr>
          <p:spPr>
            <a:xfrm>
              <a:off x="1261540" y="2833656"/>
              <a:ext cx="2883620" cy="2229768"/>
            </a:xfrm>
            <a:custGeom>
              <a:avLst/>
              <a:gdLst>
                <a:gd name="csX0" fmla="*/ 0 w 2883620"/>
                <a:gd name="csY0" fmla="*/ 2229769 h 2229768"/>
                <a:gd name="csX1" fmla="*/ 32094 w 2883620"/>
                <a:gd name="csY1" fmla="*/ 1967795 h 2229768"/>
                <a:gd name="csX2" fmla="*/ 64061 w 2883620"/>
                <a:gd name="csY2" fmla="*/ 1933027 h 2229768"/>
                <a:gd name="csX3" fmla="*/ 96155 w 2883620"/>
                <a:gd name="csY3" fmla="*/ 1861961 h 2229768"/>
                <a:gd name="csX4" fmla="*/ 128249 w 2883620"/>
                <a:gd name="csY4" fmla="*/ 1744538 h 2229768"/>
                <a:gd name="csX5" fmla="*/ 160215 w 2883620"/>
                <a:gd name="csY5" fmla="*/ 1715883 h 2229768"/>
                <a:gd name="csX6" fmla="*/ 192309 w 2883620"/>
                <a:gd name="csY6" fmla="*/ 1655897 h 2229768"/>
                <a:gd name="csX7" fmla="*/ 224276 w 2883620"/>
                <a:gd name="csY7" fmla="*/ 1596294 h 2229768"/>
                <a:gd name="csX8" fmla="*/ 256370 w 2883620"/>
                <a:gd name="csY8" fmla="*/ 1518606 h 2229768"/>
                <a:gd name="csX9" fmla="*/ 288337 w 2883620"/>
                <a:gd name="csY9" fmla="*/ 1473522 h 2229768"/>
                <a:gd name="csX10" fmla="*/ 320431 w 2883620"/>
                <a:gd name="csY10" fmla="*/ 1445376 h 2229768"/>
                <a:gd name="csX11" fmla="*/ 352525 w 2883620"/>
                <a:gd name="csY11" fmla="*/ 1362339 h 2229768"/>
                <a:gd name="csX12" fmla="*/ 384491 w 2883620"/>
                <a:gd name="csY12" fmla="*/ 1343363 h 2229768"/>
                <a:gd name="csX13" fmla="*/ 416585 w 2883620"/>
                <a:gd name="csY13" fmla="*/ 1297514 h 2229768"/>
                <a:gd name="csX14" fmla="*/ 448552 w 2883620"/>
                <a:gd name="csY14" fmla="*/ 1247081 h 2229768"/>
                <a:gd name="csX15" fmla="*/ 480646 w 2883620"/>
                <a:gd name="csY15" fmla="*/ 1214987 h 2229768"/>
                <a:gd name="csX16" fmla="*/ 512613 w 2883620"/>
                <a:gd name="csY16" fmla="*/ 1180855 h 2229768"/>
                <a:gd name="csX17" fmla="*/ 544707 w 2883620"/>
                <a:gd name="csY17" fmla="*/ 1157294 h 2229768"/>
                <a:gd name="csX18" fmla="*/ 576801 w 2883620"/>
                <a:gd name="csY18" fmla="*/ 1110554 h 2229768"/>
                <a:gd name="csX19" fmla="*/ 608767 w 2883620"/>
                <a:gd name="csY19" fmla="*/ 1098328 h 2229768"/>
                <a:gd name="csX20" fmla="*/ 640861 w 2883620"/>
                <a:gd name="csY20" fmla="*/ 1085847 h 2229768"/>
                <a:gd name="csX21" fmla="*/ 672828 w 2883620"/>
                <a:gd name="csY21" fmla="*/ 1072602 h 2229768"/>
                <a:gd name="csX22" fmla="*/ 704922 w 2883620"/>
                <a:gd name="csY22" fmla="*/ 1045729 h 2229768"/>
                <a:gd name="csX23" fmla="*/ 736889 w 2883620"/>
                <a:gd name="csY23" fmla="*/ 1032230 h 2229768"/>
                <a:gd name="csX24" fmla="*/ 768983 w 2883620"/>
                <a:gd name="csY24" fmla="*/ 1003829 h 2229768"/>
                <a:gd name="csX25" fmla="*/ 801077 w 2883620"/>
                <a:gd name="csY25" fmla="*/ 1003829 h 2229768"/>
                <a:gd name="csX26" fmla="*/ 833043 w 2883620"/>
                <a:gd name="csY26" fmla="*/ 988928 h 2229768"/>
                <a:gd name="csX27" fmla="*/ 865137 w 2883620"/>
                <a:gd name="csY27" fmla="*/ 958872 h 2229768"/>
                <a:gd name="csX28" fmla="*/ 897104 w 2883620"/>
                <a:gd name="csY28" fmla="*/ 927542 h 2229768"/>
                <a:gd name="csX29" fmla="*/ 929198 w 2883620"/>
                <a:gd name="csY29" fmla="*/ 879656 h 2229768"/>
                <a:gd name="csX30" fmla="*/ 961165 w 2883620"/>
                <a:gd name="csY30" fmla="*/ 800822 h 2229768"/>
                <a:gd name="csX31" fmla="*/ 993258 w 2883620"/>
                <a:gd name="csY31" fmla="*/ 768218 h 2229768"/>
                <a:gd name="csX32" fmla="*/ 1025225 w 2883620"/>
                <a:gd name="csY32" fmla="*/ 768218 h 2229768"/>
                <a:gd name="csX33" fmla="*/ 1057319 w 2883620"/>
                <a:gd name="csY33" fmla="*/ 768218 h 2229768"/>
                <a:gd name="csX34" fmla="*/ 1089413 w 2883620"/>
                <a:gd name="csY34" fmla="*/ 731667 h 2229768"/>
                <a:gd name="csX35" fmla="*/ 1121380 w 2883620"/>
                <a:gd name="csY35" fmla="*/ 731667 h 2229768"/>
                <a:gd name="csX36" fmla="*/ 1153474 w 2883620"/>
                <a:gd name="csY36" fmla="*/ 679323 h 2229768"/>
                <a:gd name="csX37" fmla="*/ 1185441 w 2883620"/>
                <a:gd name="csY37" fmla="*/ 623541 h 2229768"/>
                <a:gd name="csX38" fmla="*/ 1217534 w 2883620"/>
                <a:gd name="csY38" fmla="*/ 585970 h 2229768"/>
                <a:gd name="csX39" fmla="*/ 1249501 w 2883620"/>
                <a:gd name="csY39" fmla="*/ 547126 h 2229768"/>
                <a:gd name="csX40" fmla="*/ 1281595 w 2883620"/>
                <a:gd name="csY40" fmla="*/ 547126 h 2229768"/>
                <a:gd name="csX41" fmla="*/ 1313689 w 2883620"/>
                <a:gd name="csY41" fmla="*/ 527259 h 2229768"/>
                <a:gd name="csX42" fmla="*/ 1345656 w 2883620"/>
                <a:gd name="csY42" fmla="*/ 507009 h 2229768"/>
                <a:gd name="csX43" fmla="*/ 1377750 w 2883620"/>
                <a:gd name="csY43" fmla="*/ 445241 h 2229768"/>
                <a:gd name="csX44" fmla="*/ 1409717 w 2883620"/>
                <a:gd name="csY44" fmla="*/ 425245 h 2229768"/>
                <a:gd name="csX45" fmla="*/ 1441810 w 2883620"/>
                <a:gd name="csY45" fmla="*/ 425245 h 2229768"/>
                <a:gd name="csX46" fmla="*/ 1473777 w 2883620"/>
                <a:gd name="csY46" fmla="*/ 405250 h 2229768"/>
                <a:gd name="csX47" fmla="*/ 1505871 w 2883620"/>
                <a:gd name="csY47" fmla="*/ 384873 h 2229768"/>
                <a:gd name="csX48" fmla="*/ 1537965 w 2883620"/>
                <a:gd name="csY48" fmla="*/ 343992 h 2229768"/>
                <a:gd name="csX49" fmla="*/ 1569932 w 2883620"/>
                <a:gd name="csY49" fmla="*/ 322978 h 2229768"/>
                <a:gd name="csX50" fmla="*/ 1602026 w 2883620"/>
                <a:gd name="csY50" fmla="*/ 322978 h 2229768"/>
                <a:gd name="csX51" fmla="*/ 1633993 w 2883620"/>
                <a:gd name="csY51" fmla="*/ 301327 h 2229768"/>
                <a:gd name="csX52" fmla="*/ 1666086 w 2883620"/>
                <a:gd name="csY52" fmla="*/ 301327 h 2229768"/>
                <a:gd name="csX53" fmla="*/ 1698053 w 2883620"/>
                <a:gd name="csY53" fmla="*/ 301327 h 2229768"/>
                <a:gd name="csX54" fmla="*/ 1730147 w 2883620"/>
                <a:gd name="csY54" fmla="*/ 301327 h 2229768"/>
                <a:gd name="csX55" fmla="*/ 1762241 w 2883620"/>
                <a:gd name="csY55" fmla="*/ 301327 h 2229768"/>
                <a:gd name="csX56" fmla="*/ 1794208 w 2883620"/>
                <a:gd name="csY56" fmla="*/ 301327 h 2229768"/>
                <a:gd name="csX57" fmla="*/ 1826302 w 2883620"/>
                <a:gd name="csY57" fmla="*/ 276365 h 2229768"/>
                <a:gd name="csX58" fmla="*/ 1858269 w 2883620"/>
                <a:gd name="csY58" fmla="*/ 276365 h 2229768"/>
                <a:gd name="csX59" fmla="*/ 1890362 w 2883620"/>
                <a:gd name="csY59" fmla="*/ 251148 h 2229768"/>
                <a:gd name="csX60" fmla="*/ 1922329 w 2883620"/>
                <a:gd name="csY60" fmla="*/ 251148 h 2229768"/>
                <a:gd name="csX61" fmla="*/ 1954423 w 2883620"/>
                <a:gd name="csY61" fmla="*/ 251148 h 2229768"/>
                <a:gd name="csX62" fmla="*/ 1986517 w 2883620"/>
                <a:gd name="csY62" fmla="*/ 251148 h 2229768"/>
                <a:gd name="csX63" fmla="*/ 2018484 w 2883620"/>
                <a:gd name="csY63" fmla="*/ 251148 h 2229768"/>
                <a:gd name="csX64" fmla="*/ 2050578 w 2883620"/>
                <a:gd name="csY64" fmla="*/ 251148 h 2229768"/>
                <a:gd name="csX65" fmla="*/ 2082545 w 2883620"/>
                <a:gd name="csY65" fmla="*/ 251148 h 2229768"/>
                <a:gd name="csX66" fmla="*/ 2114638 w 2883620"/>
                <a:gd name="csY66" fmla="*/ 223002 h 2229768"/>
                <a:gd name="csX67" fmla="*/ 2146605 w 2883620"/>
                <a:gd name="csY67" fmla="*/ 194856 h 2229768"/>
                <a:gd name="csX68" fmla="*/ 2178699 w 2883620"/>
                <a:gd name="csY68" fmla="*/ 194856 h 2229768"/>
                <a:gd name="csX69" fmla="*/ 2210793 w 2883620"/>
                <a:gd name="csY69" fmla="*/ 132579 h 2229768"/>
                <a:gd name="csX70" fmla="*/ 2242760 w 2883620"/>
                <a:gd name="csY70" fmla="*/ 132579 h 2229768"/>
                <a:gd name="csX71" fmla="*/ 2274854 w 2883620"/>
                <a:gd name="csY71" fmla="*/ 100867 h 2229768"/>
                <a:gd name="csX72" fmla="*/ 2306821 w 2883620"/>
                <a:gd name="csY72" fmla="*/ 67117 h 2229768"/>
                <a:gd name="csX73" fmla="*/ 2338914 w 2883620"/>
                <a:gd name="csY73" fmla="*/ 67117 h 2229768"/>
                <a:gd name="csX74" fmla="*/ 2370881 w 2883620"/>
                <a:gd name="csY74" fmla="*/ 67117 h 2229768"/>
                <a:gd name="csX75" fmla="*/ 2402975 w 2883620"/>
                <a:gd name="csY75" fmla="*/ 67117 h 2229768"/>
                <a:gd name="csX76" fmla="*/ 2435069 w 2883620"/>
                <a:gd name="csY76" fmla="*/ 33495 h 2229768"/>
                <a:gd name="csX77" fmla="*/ 2467036 w 2883620"/>
                <a:gd name="csY77" fmla="*/ 33495 h 2229768"/>
                <a:gd name="csX78" fmla="*/ 2499130 w 2883620"/>
                <a:gd name="csY78" fmla="*/ 33495 h 2229768"/>
                <a:gd name="csX79" fmla="*/ 2531096 w 2883620"/>
                <a:gd name="csY79" fmla="*/ 33495 h 2229768"/>
                <a:gd name="csX80" fmla="*/ 2563190 w 2883620"/>
                <a:gd name="csY80" fmla="*/ 0 h 2229768"/>
                <a:gd name="csX81" fmla="*/ 2595157 w 2883620"/>
                <a:gd name="csY81" fmla="*/ 0 h 2229768"/>
                <a:gd name="csX82" fmla="*/ 2627251 w 2883620"/>
                <a:gd name="csY82" fmla="*/ 0 h 2229768"/>
                <a:gd name="csX83" fmla="*/ 2659345 w 2883620"/>
                <a:gd name="csY83" fmla="*/ 0 h 2229768"/>
                <a:gd name="csX84" fmla="*/ 2691312 w 2883620"/>
                <a:gd name="csY84" fmla="*/ 0 h 2229768"/>
                <a:gd name="csX85" fmla="*/ 2723406 w 2883620"/>
                <a:gd name="csY85" fmla="*/ 0 h 2229768"/>
                <a:gd name="csX86" fmla="*/ 2755373 w 2883620"/>
                <a:gd name="csY86" fmla="*/ 0 h 2229768"/>
                <a:gd name="csX87" fmla="*/ 2787466 w 2883620"/>
                <a:gd name="csY87" fmla="*/ 0 h 2229768"/>
                <a:gd name="csX88" fmla="*/ 2819433 w 2883620"/>
                <a:gd name="csY88" fmla="*/ 0 h 2229768"/>
                <a:gd name="csX89" fmla="*/ 2851527 w 2883620"/>
                <a:gd name="csY89" fmla="*/ 0 h 2229768"/>
                <a:gd name="csX90" fmla="*/ 2883621 w 2883620"/>
                <a:gd name="csY90" fmla="*/ 0 h 22297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</a:cxnLst>
              <a:rect l="l" t="t" r="r" b="b"/>
              <a:pathLst>
                <a:path w="2883620" h="2229768">
                  <a:moveTo>
                    <a:pt x="0" y="2229769"/>
                  </a:moveTo>
                  <a:lnTo>
                    <a:pt x="32094" y="1967795"/>
                  </a:lnTo>
                  <a:lnTo>
                    <a:pt x="64061" y="1933027"/>
                  </a:lnTo>
                  <a:lnTo>
                    <a:pt x="96155" y="1861961"/>
                  </a:lnTo>
                  <a:lnTo>
                    <a:pt x="128249" y="1744538"/>
                  </a:lnTo>
                  <a:lnTo>
                    <a:pt x="160215" y="1715883"/>
                  </a:lnTo>
                  <a:lnTo>
                    <a:pt x="192309" y="1655897"/>
                  </a:lnTo>
                  <a:lnTo>
                    <a:pt x="224276" y="1596294"/>
                  </a:lnTo>
                  <a:lnTo>
                    <a:pt x="256370" y="1518606"/>
                  </a:lnTo>
                  <a:lnTo>
                    <a:pt x="288337" y="1473522"/>
                  </a:lnTo>
                  <a:lnTo>
                    <a:pt x="320431" y="1445376"/>
                  </a:lnTo>
                  <a:lnTo>
                    <a:pt x="352525" y="1362339"/>
                  </a:lnTo>
                  <a:lnTo>
                    <a:pt x="384491" y="1343363"/>
                  </a:lnTo>
                  <a:lnTo>
                    <a:pt x="416585" y="1297514"/>
                  </a:lnTo>
                  <a:lnTo>
                    <a:pt x="448552" y="1247081"/>
                  </a:lnTo>
                  <a:lnTo>
                    <a:pt x="480646" y="1214987"/>
                  </a:lnTo>
                  <a:lnTo>
                    <a:pt x="512613" y="1180855"/>
                  </a:lnTo>
                  <a:lnTo>
                    <a:pt x="544707" y="1157294"/>
                  </a:lnTo>
                  <a:lnTo>
                    <a:pt x="576801" y="1110554"/>
                  </a:lnTo>
                  <a:lnTo>
                    <a:pt x="608767" y="1098328"/>
                  </a:lnTo>
                  <a:lnTo>
                    <a:pt x="640861" y="1085847"/>
                  </a:lnTo>
                  <a:lnTo>
                    <a:pt x="672828" y="1072602"/>
                  </a:lnTo>
                  <a:lnTo>
                    <a:pt x="704922" y="1045729"/>
                  </a:lnTo>
                  <a:lnTo>
                    <a:pt x="736889" y="1032230"/>
                  </a:lnTo>
                  <a:lnTo>
                    <a:pt x="768983" y="1003829"/>
                  </a:lnTo>
                  <a:lnTo>
                    <a:pt x="801077" y="1003829"/>
                  </a:lnTo>
                  <a:lnTo>
                    <a:pt x="833043" y="988928"/>
                  </a:lnTo>
                  <a:lnTo>
                    <a:pt x="865137" y="958872"/>
                  </a:lnTo>
                  <a:lnTo>
                    <a:pt x="897104" y="927542"/>
                  </a:lnTo>
                  <a:lnTo>
                    <a:pt x="929198" y="879656"/>
                  </a:lnTo>
                  <a:lnTo>
                    <a:pt x="961165" y="800822"/>
                  </a:lnTo>
                  <a:lnTo>
                    <a:pt x="993258" y="768218"/>
                  </a:lnTo>
                  <a:lnTo>
                    <a:pt x="1025225" y="768218"/>
                  </a:lnTo>
                  <a:lnTo>
                    <a:pt x="1057319" y="768218"/>
                  </a:lnTo>
                  <a:lnTo>
                    <a:pt x="1089413" y="731667"/>
                  </a:lnTo>
                  <a:lnTo>
                    <a:pt x="1121380" y="731667"/>
                  </a:lnTo>
                  <a:lnTo>
                    <a:pt x="1153474" y="679323"/>
                  </a:lnTo>
                  <a:lnTo>
                    <a:pt x="1185441" y="623541"/>
                  </a:lnTo>
                  <a:lnTo>
                    <a:pt x="1217534" y="585970"/>
                  </a:lnTo>
                  <a:lnTo>
                    <a:pt x="1249501" y="547126"/>
                  </a:lnTo>
                  <a:lnTo>
                    <a:pt x="1281595" y="547126"/>
                  </a:lnTo>
                  <a:lnTo>
                    <a:pt x="1313689" y="527259"/>
                  </a:lnTo>
                  <a:lnTo>
                    <a:pt x="1345656" y="507009"/>
                  </a:lnTo>
                  <a:lnTo>
                    <a:pt x="1377750" y="445241"/>
                  </a:lnTo>
                  <a:lnTo>
                    <a:pt x="1409717" y="425245"/>
                  </a:lnTo>
                  <a:lnTo>
                    <a:pt x="1441810" y="425245"/>
                  </a:lnTo>
                  <a:lnTo>
                    <a:pt x="1473777" y="405250"/>
                  </a:lnTo>
                  <a:lnTo>
                    <a:pt x="1505871" y="384873"/>
                  </a:lnTo>
                  <a:lnTo>
                    <a:pt x="1537965" y="343992"/>
                  </a:lnTo>
                  <a:lnTo>
                    <a:pt x="1569932" y="322978"/>
                  </a:lnTo>
                  <a:lnTo>
                    <a:pt x="1602026" y="322978"/>
                  </a:lnTo>
                  <a:lnTo>
                    <a:pt x="1633993" y="301327"/>
                  </a:lnTo>
                  <a:lnTo>
                    <a:pt x="1666086" y="301327"/>
                  </a:lnTo>
                  <a:lnTo>
                    <a:pt x="1698053" y="301327"/>
                  </a:lnTo>
                  <a:lnTo>
                    <a:pt x="1730147" y="301327"/>
                  </a:lnTo>
                  <a:lnTo>
                    <a:pt x="1762241" y="301327"/>
                  </a:lnTo>
                  <a:lnTo>
                    <a:pt x="1794208" y="301327"/>
                  </a:lnTo>
                  <a:lnTo>
                    <a:pt x="1826302" y="276365"/>
                  </a:lnTo>
                  <a:lnTo>
                    <a:pt x="1858269" y="276365"/>
                  </a:lnTo>
                  <a:lnTo>
                    <a:pt x="1890362" y="251148"/>
                  </a:lnTo>
                  <a:lnTo>
                    <a:pt x="1922329" y="251148"/>
                  </a:lnTo>
                  <a:lnTo>
                    <a:pt x="1954423" y="251148"/>
                  </a:lnTo>
                  <a:lnTo>
                    <a:pt x="1986517" y="251148"/>
                  </a:lnTo>
                  <a:lnTo>
                    <a:pt x="2018484" y="251148"/>
                  </a:lnTo>
                  <a:lnTo>
                    <a:pt x="2050578" y="251148"/>
                  </a:lnTo>
                  <a:lnTo>
                    <a:pt x="2082545" y="251148"/>
                  </a:lnTo>
                  <a:lnTo>
                    <a:pt x="2114638" y="223002"/>
                  </a:lnTo>
                  <a:lnTo>
                    <a:pt x="2146605" y="194856"/>
                  </a:lnTo>
                  <a:lnTo>
                    <a:pt x="2178699" y="194856"/>
                  </a:lnTo>
                  <a:lnTo>
                    <a:pt x="2210793" y="132579"/>
                  </a:lnTo>
                  <a:lnTo>
                    <a:pt x="2242760" y="132579"/>
                  </a:lnTo>
                  <a:lnTo>
                    <a:pt x="2274854" y="100867"/>
                  </a:lnTo>
                  <a:lnTo>
                    <a:pt x="2306821" y="67117"/>
                  </a:lnTo>
                  <a:lnTo>
                    <a:pt x="2338914" y="67117"/>
                  </a:lnTo>
                  <a:lnTo>
                    <a:pt x="2370881" y="67117"/>
                  </a:lnTo>
                  <a:lnTo>
                    <a:pt x="2402975" y="67117"/>
                  </a:lnTo>
                  <a:lnTo>
                    <a:pt x="2435069" y="33495"/>
                  </a:lnTo>
                  <a:lnTo>
                    <a:pt x="2467036" y="33495"/>
                  </a:lnTo>
                  <a:lnTo>
                    <a:pt x="2499130" y="33495"/>
                  </a:lnTo>
                  <a:lnTo>
                    <a:pt x="2531096" y="33495"/>
                  </a:lnTo>
                  <a:lnTo>
                    <a:pt x="2563190" y="0"/>
                  </a:lnTo>
                  <a:lnTo>
                    <a:pt x="2595157" y="0"/>
                  </a:lnTo>
                  <a:lnTo>
                    <a:pt x="2627251" y="0"/>
                  </a:lnTo>
                  <a:lnTo>
                    <a:pt x="2659345" y="0"/>
                  </a:lnTo>
                  <a:lnTo>
                    <a:pt x="2691312" y="0"/>
                  </a:lnTo>
                  <a:lnTo>
                    <a:pt x="2723406" y="0"/>
                  </a:lnTo>
                  <a:lnTo>
                    <a:pt x="2755373" y="0"/>
                  </a:lnTo>
                  <a:lnTo>
                    <a:pt x="2787466" y="0"/>
                  </a:lnTo>
                  <a:lnTo>
                    <a:pt x="2819433" y="0"/>
                  </a:lnTo>
                  <a:lnTo>
                    <a:pt x="2851527" y="0"/>
                  </a:lnTo>
                  <a:lnTo>
                    <a:pt x="2883621" y="0"/>
                  </a:lnTo>
                </a:path>
              </a:pathLst>
            </a:custGeom>
            <a:noFill/>
            <a:ln w="14770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4A22C911-7932-7524-9705-F92684687FBB}"/>
                </a:ext>
              </a:extLst>
            </p:cNvPr>
            <p:cNvSpPr/>
            <p:nvPr/>
          </p:nvSpPr>
          <p:spPr>
            <a:xfrm>
              <a:off x="1261540" y="3432489"/>
              <a:ext cx="2883620" cy="1630935"/>
            </a:xfrm>
            <a:custGeom>
              <a:avLst/>
              <a:gdLst>
                <a:gd name="csX0" fmla="*/ 2883621 w 2883620"/>
                <a:gd name="csY0" fmla="*/ 0 h 1630935"/>
                <a:gd name="csX1" fmla="*/ 2851527 w 2883620"/>
                <a:gd name="csY1" fmla="*/ 0 h 1630935"/>
                <a:gd name="csX2" fmla="*/ 2819433 w 2883620"/>
                <a:gd name="csY2" fmla="*/ 0 h 1630935"/>
                <a:gd name="csX3" fmla="*/ 2787466 w 2883620"/>
                <a:gd name="csY3" fmla="*/ 0 h 1630935"/>
                <a:gd name="csX4" fmla="*/ 2755373 w 2883620"/>
                <a:gd name="csY4" fmla="*/ 0 h 1630935"/>
                <a:gd name="csX5" fmla="*/ 2723406 w 2883620"/>
                <a:gd name="csY5" fmla="*/ 0 h 1630935"/>
                <a:gd name="csX6" fmla="*/ 2691312 w 2883620"/>
                <a:gd name="csY6" fmla="*/ 0 h 1630935"/>
                <a:gd name="csX7" fmla="*/ 2659345 w 2883620"/>
                <a:gd name="csY7" fmla="*/ 0 h 1630935"/>
                <a:gd name="csX8" fmla="*/ 2627251 w 2883620"/>
                <a:gd name="csY8" fmla="*/ 0 h 1630935"/>
                <a:gd name="csX9" fmla="*/ 2595157 w 2883620"/>
                <a:gd name="csY9" fmla="*/ 0 h 1630935"/>
                <a:gd name="csX10" fmla="*/ 2563190 w 2883620"/>
                <a:gd name="csY10" fmla="*/ 0 h 1630935"/>
                <a:gd name="csX11" fmla="*/ 2531096 w 2883620"/>
                <a:gd name="csY11" fmla="*/ 25981 h 1630935"/>
                <a:gd name="csX12" fmla="*/ 2499130 w 2883620"/>
                <a:gd name="csY12" fmla="*/ 25981 h 1630935"/>
                <a:gd name="csX13" fmla="*/ 2467036 w 2883620"/>
                <a:gd name="csY13" fmla="*/ 25981 h 1630935"/>
                <a:gd name="csX14" fmla="*/ 2435069 w 2883620"/>
                <a:gd name="csY14" fmla="*/ 25981 h 1630935"/>
                <a:gd name="csX15" fmla="*/ 2402975 w 2883620"/>
                <a:gd name="csY15" fmla="*/ 51834 h 1630935"/>
                <a:gd name="csX16" fmla="*/ 2370881 w 2883620"/>
                <a:gd name="csY16" fmla="*/ 51834 h 1630935"/>
                <a:gd name="csX17" fmla="*/ 2338914 w 2883620"/>
                <a:gd name="csY17" fmla="*/ 51834 h 1630935"/>
                <a:gd name="csX18" fmla="*/ 2306821 w 2883620"/>
                <a:gd name="csY18" fmla="*/ 51834 h 1630935"/>
                <a:gd name="csX19" fmla="*/ 2274854 w 2883620"/>
                <a:gd name="csY19" fmla="*/ 77815 h 1630935"/>
                <a:gd name="csX20" fmla="*/ 2242760 w 2883620"/>
                <a:gd name="csY20" fmla="*/ 102777 h 1630935"/>
                <a:gd name="csX21" fmla="*/ 2210793 w 2883620"/>
                <a:gd name="csY21" fmla="*/ 102777 h 1630935"/>
                <a:gd name="csX22" fmla="*/ 2178699 w 2883620"/>
                <a:gd name="csY22" fmla="*/ 151937 h 1630935"/>
                <a:gd name="csX23" fmla="*/ 2146605 w 2883620"/>
                <a:gd name="csY23" fmla="*/ 151937 h 1630935"/>
                <a:gd name="csX24" fmla="*/ 2114638 w 2883620"/>
                <a:gd name="csY24" fmla="*/ 174607 h 1630935"/>
                <a:gd name="csX25" fmla="*/ 2082545 w 2883620"/>
                <a:gd name="csY25" fmla="*/ 197404 h 1630935"/>
                <a:gd name="csX26" fmla="*/ 2050578 w 2883620"/>
                <a:gd name="csY26" fmla="*/ 197404 h 1630935"/>
                <a:gd name="csX27" fmla="*/ 2018484 w 2883620"/>
                <a:gd name="csY27" fmla="*/ 197404 h 1630935"/>
                <a:gd name="csX28" fmla="*/ 1986517 w 2883620"/>
                <a:gd name="csY28" fmla="*/ 197404 h 1630935"/>
                <a:gd name="csX29" fmla="*/ 1954423 w 2883620"/>
                <a:gd name="csY29" fmla="*/ 197404 h 1630935"/>
                <a:gd name="csX30" fmla="*/ 1922329 w 2883620"/>
                <a:gd name="csY30" fmla="*/ 197404 h 1630935"/>
                <a:gd name="csX31" fmla="*/ 1890362 w 2883620"/>
                <a:gd name="csY31" fmla="*/ 197404 h 1630935"/>
                <a:gd name="csX32" fmla="*/ 1858269 w 2883620"/>
                <a:gd name="csY32" fmla="*/ 218800 h 1630935"/>
                <a:gd name="csX33" fmla="*/ 1826302 w 2883620"/>
                <a:gd name="csY33" fmla="*/ 218800 h 1630935"/>
                <a:gd name="csX34" fmla="*/ 1794208 w 2883620"/>
                <a:gd name="csY34" fmla="*/ 239941 h 1630935"/>
                <a:gd name="csX35" fmla="*/ 1762241 w 2883620"/>
                <a:gd name="csY35" fmla="*/ 239941 h 1630935"/>
                <a:gd name="csX36" fmla="*/ 1730147 w 2883620"/>
                <a:gd name="csY36" fmla="*/ 239941 h 1630935"/>
                <a:gd name="csX37" fmla="*/ 1698053 w 2883620"/>
                <a:gd name="csY37" fmla="*/ 239941 h 1630935"/>
                <a:gd name="csX38" fmla="*/ 1666086 w 2883620"/>
                <a:gd name="csY38" fmla="*/ 239941 h 1630935"/>
                <a:gd name="csX39" fmla="*/ 1633993 w 2883620"/>
                <a:gd name="csY39" fmla="*/ 239941 h 1630935"/>
                <a:gd name="csX40" fmla="*/ 1602026 w 2883620"/>
                <a:gd name="csY40" fmla="*/ 259044 h 1630935"/>
                <a:gd name="csX41" fmla="*/ 1569932 w 2883620"/>
                <a:gd name="csY41" fmla="*/ 259044 h 1630935"/>
                <a:gd name="csX42" fmla="*/ 1537965 w 2883620"/>
                <a:gd name="csY42" fmla="*/ 277766 h 1630935"/>
                <a:gd name="csX43" fmla="*/ 1505871 w 2883620"/>
                <a:gd name="csY43" fmla="*/ 313935 h 1630935"/>
                <a:gd name="csX44" fmla="*/ 1473777 w 2883620"/>
                <a:gd name="csY44" fmla="*/ 332020 h 1630935"/>
                <a:gd name="csX45" fmla="*/ 1441810 w 2883620"/>
                <a:gd name="csY45" fmla="*/ 349850 h 1630935"/>
                <a:gd name="csX46" fmla="*/ 1409717 w 2883620"/>
                <a:gd name="csY46" fmla="*/ 349850 h 1630935"/>
                <a:gd name="csX47" fmla="*/ 1377750 w 2883620"/>
                <a:gd name="csY47" fmla="*/ 367680 h 1630935"/>
                <a:gd name="csX48" fmla="*/ 1345656 w 2883620"/>
                <a:gd name="csY48" fmla="*/ 410982 h 1630935"/>
                <a:gd name="csX49" fmla="*/ 1313689 w 2883620"/>
                <a:gd name="csY49" fmla="*/ 428429 h 1630935"/>
                <a:gd name="csX50" fmla="*/ 1281595 w 2883620"/>
                <a:gd name="csY50" fmla="*/ 445623 h 1630935"/>
                <a:gd name="csX51" fmla="*/ 1249501 w 2883620"/>
                <a:gd name="csY51" fmla="*/ 445623 h 1630935"/>
                <a:gd name="csX52" fmla="*/ 1217534 w 2883620"/>
                <a:gd name="csY52" fmla="*/ 479245 h 1630935"/>
                <a:gd name="csX53" fmla="*/ 1185441 w 2883620"/>
                <a:gd name="csY53" fmla="*/ 511848 h 1630935"/>
                <a:gd name="csX54" fmla="*/ 1153474 w 2883620"/>
                <a:gd name="csY54" fmla="*/ 560371 h 1630935"/>
                <a:gd name="csX55" fmla="*/ 1121380 w 2883620"/>
                <a:gd name="csY55" fmla="*/ 602399 h 1630935"/>
                <a:gd name="csX56" fmla="*/ 1089413 w 2883620"/>
                <a:gd name="csY56" fmla="*/ 602399 h 1630935"/>
                <a:gd name="csX57" fmla="*/ 1057319 w 2883620"/>
                <a:gd name="csY57" fmla="*/ 633729 h 1630935"/>
                <a:gd name="csX58" fmla="*/ 1025225 w 2883620"/>
                <a:gd name="csY58" fmla="*/ 633729 h 1630935"/>
                <a:gd name="csX59" fmla="*/ 993258 w 2883620"/>
                <a:gd name="csY59" fmla="*/ 633729 h 1630935"/>
                <a:gd name="csX60" fmla="*/ 961165 w 2883620"/>
                <a:gd name="csY60" fmla="*/ 662639 h 1630935"/>
                <a:gd name="csX61" fmla="*/ 929198 w 2883620"/>
                <a:gd name="csY61" fmla="*/ 715365 h 1630935"/>
                <a:gd name="csX62" fmla="*/ 897104 w 2883620"/>
                <a:gd name="csY62" fmla="*/ 756501 h 1630935"/>
                <a:gd name="csX63" fmla="*/ 865137 w 2883620"/>
                <a:gd name="csY63" fmla="*/ 783501 h 1630935"/>
                <a:gd name="csX64" fmla="*/ 833043 w 2883620"/>
                <a:gd name="csY64" fmla="*/ 809355 h 1630935"/>
                <a:gd name="csX65" fmla="*/ 801077 w 2883620"/>
                <a:gd name="csY65" fmla="*/ 822218 h 1630935"/>
                <a:gd name="csX66" fmla="*/ 768983 w 2883620"/>
                <a:gd name="csY66" fmla="*/ 822218 h 1630935"/>
                <a:gd name="csX67" fmla="*/ 736889 w 2883620"/>
                <a:gd name="csY67" fmla="*/ 847052 h 1630935"/>
                <a:gd name="csX68" fmla="*/ 704922 w 2883620"/>
                <a:gd name="csY68" fmla="*/ 858897 h 1630935"/>
                <a:gd name="csX69" fmla="*/ 672828 w 2883620"/>
                <a:gd name="csY69" fmla="*/ 882712 h 1630935"/>
                <a:gd name="csX70" fmla="*/ 640861 w 2883620"/>
                <a:gd name="csY70" fmla="*/ 894302 h 1630935"/>
                <a:gd name="csX71" fmla="*/ 608767 w 2883620"/>
                <a:gd name="csY71" fmla="*/ 905382 h 1630935"/>
                <a:gd name="csX72" fmla="*/ 576801 w 2883620"/>
                <a:gd name="csY72" fmla="*/ 916335 h 1630935"/>
                <a:gd name="csX73" fmla="*/ 544707 w 2883620"/>
                <a:gd name="csY73" fmla="*/ 951867 h 1630935"/>
                <a:gd name="csX74" fmla="*/ 512613 w 2883620"/>
                <a:gd name="csY74" fmla="*/ 972754 h 1630935"/>
                <a:gd name="csX75" fmla="*/ 480646 w 2883620"/>
                <a:gd name="csY75" fmla="*/ 1003192 h 1630935"/>
                <a:gd name="csX76" fmla="*/ 448552 w 2883620"/>
                <a:gd name="csY76" fmla="*/ 1031975 h 1630935"/>
                <a:gd name="csX77" fmla="*/ 416585 w 2883620"/>
                <a:gd name="csY77" fmla="*/ 1075531 h 1630935"/>
                <a:gd name="csX78" fmla="*/ 384491 w 2883620"/>
                <a:gd name="csY78" fmla="*/ 1115776 h 1630935"/>
                <a:gd name="csX79" fmla="*/ 352525 w 2883620"/>
                <a:gd name="csY79" fmla="*/ 1132842 h 1630935"/>
                <a:gd name="csX80" fmla="*/ 320431 w 2883620"/>
                <a:gd name="csY80" fmla="*/ 1202506 h 1630935"/>
                <a:gd name="csX81" fmla="*/ 288337 w 2883620"/>
                <a:gd name="csY81" fmla="*/ 1227723 h 1630935"/>
                <a:gd name="csX82" fmla="*/ 256370 w 2883620"/>
                <a:gd name="csY82" fmla="*/ 1266439 h 1630935"/>
                <a:gd name="csX83" fmla="*/ 224276 w 2883620"/>
                <a:gd name="csY83" fmla="*/ 1327953 h 1630935"/>
                <a:gd name="csX84" fmla="*/ 192309 w 2883620"/>
                <a:gd name="csY84" fmla="*/ 1376349 h 1630935"/>
                <a:gd name="csX85" fmla="*/ 160215 w 2883620"/>
                <a:gd name="csY85" fmla="*/ 1419905 h 1630935"/>
                <a:gd name="csX86" fmla="*/ 128249 w 2883620"/>
                <a:gd name="csY86" fmla="*/ 1441810 h 1630935"/>
                <a:gd name="csX87" fmla="*/ 96155 w 2883620"/>
                <a:gd name="csY87" fmla="*/ 1523319 h 1630935"/>
                <a:gd name="csX88" fmla="*/ 64061 w 2883620"/>
                <a:gd name="csY88" fmla="*/ 1559997 h 1630935"/>
                <a:gd name="csX89" fmla="*/ 32094 w 2883620"/>
                <a:gd name="csY89" fmla="*/ 1585342 h 1630935"/>
                <a:gd name="csX90" fmla="*/ 0 w 2883620"/>
                <a:gd name="csY90" fmla="*/ 1630935 h 1630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</a:cxnLst>
              <a:rect l="l" t="t" r="r" b="b"/>
              <a:pathLst>
                <a:path w="2883620" h="1630935">
                  <a:moveTo>
                    <a:pt x="2883621" y="0"/>
                  </a:moveTo>
                  <a:lnTo>
                    <a:pt x="2851527" y="0"/>
                  </a:lnTo>
                  <a:lnTo>
                    <a:pt x="2819433" y="0"/>
                  </a:lnTo>
                  <a:lnTo>
                    <a:pt x="2787466" y="0"/>
                  </a:lnTo>
                  <a:lnTo>
                    <a:pt x="2755373" y="0"/>
                  </a:lnTo>
                  <a:lnTo>
                    <a:pt x="2723406" y="0"/>
                  </a:lnTo>
                  <a:lnTo>
                    <a:pt x="2691312" y="0"/>
                  </a:lnTo>
                  <a:lnTo>
                    <a:pt x="2659345" y="0"/>
                  </a:lnTo>
                  <a:lnTo>
                    <a:pt x="2627251" y="0"/>
                  </a:lnTo>
                  <a:lnTo>
                    <a:pt x="2595157" y="0"/>
                  </a:lnTo>
                  <a:lnTo>
                    <a:pt x="2563190" y="0"/>
                  </a:lnTo>
                  <a:lnTo>
                    <a:pt x="2531096" y="25981"/>
                  </a:lnTo>
                  <a:lnTo>
                    <a:pt x="2499130" y="25981"/>
                  </a:lnTo>
                  <a:lnTo>
                    <a:pt x="2467036" y="25981"/>
                  </a:lnTo>
                  <a:lnTo>
                    <a:pt x="2435069" y="25981"/>
                  </a:lnTo>
                  <a:lnTo>
                    <a:pt x="2402975" y="51834"/>
                  </a:lnTo>
                  <a:lnTo>
                    <a:pt x="2370881" y="51834"/>
                  </a:lnTo>
                  <a:lnTo>
                    <a:pt x="2338914" y="51834"/>
                  </a:lnTo>
                  <a:lnTo>
                    <a:pt x="2306821" y="51834"/>
                  </a:lnTo>
                  <a:lnTo>
                    <a:pt x="2274854" y="77815"/>
                  </a:lnTo>
                  <a:lnTo>
                    <a:pt x="2242760" y="102777"/>
                  </a:lnTo>
                  <a:lnTo>
                    <a:pt x="2210793" y="102777"/>
                  </a:lnTo>
                  <a:lnTo>
                    <a:pt x="2178699" y="151937"/>
                  </a:lnTo>
                  <a:lnTo>
                    <a:pt x="2146605" y="151937"/>
                  </a:lnTo>
                  <a:lnTo>
                    <a:pt x="2114638" y="174607"/>
                  </a:lnTo>
                  <a:lnTo>
                    <a:pt x="2082545" y="197404"/>
                  </a:lnTo>
                  <a:lnTo>
                    <a:pt x="2050578" y="197404"/>
                  </a:lnTo>
                  <a:lnTo>
                    <a:pt x="2018484" y="197404"/>
                  </a:lnTo>
                  <a:lnTo>
                    <a:pt x="1986517" y="197404"/>
                  </a:lnTo>
                  <a:lnTo>
                    <a:pt x="1954423" y="197404"/>
                  </a:lnTo>
                  <a:lnTo>
                    <a:pt x="1922329" y="197404"/>
                  </a:lnTo>
                  <a:lnTo>
                    <a:pt x="1890362" y="197404"/>
                  </a:lnTo>
                  <a:lnTo>
                    <a:pt x="1858269" y="218800"/>
                  </a:lnTo>
                  <a:lnTo>
                    <a:pt x="1826302" y="218800"/>
                  </a:lnTo>
                  <a:lnTo>
                    <a:pt x="1794208" y="239941"/>
                  </a:lnTo>
                  <a:lnTo>
                    <a:pt x="1762241" y="239941"/>
                  </a:lnTo>
                  <a:lnTo>
                    <a:pt x="1730147" y="239941"/>
                  </a:lnTo>
                  <a:lnTo>
                    <a:pt x="1698053" y="239941"/>
                  </a:lnTo>
                  <a:lnTo>
                    <a:pt x="1666086" y="239941"/>
                  </a:lnTo>
                  <a:lnTo>
                    <a:pt x="1633993" y="239941"/>
                  </a:lnTo>
                  <a:lnTo>
                    <a:pt x="1602026" y="259044"/>
                  </a:lnTo>
                  <a:lnTo>
                    <a:pt x="1569932" y="259044"/>
                  </a:lnTo>
                  <a:lnTo>
                    <a:pt x="1537965" y="277766"/>
                  </a:lnTo>
                  <a:lnTo>
                    <a:pt x="1505871" y="313935"/>
                  </a:lnTo>
                  <a:lnTo>
                    <a:pt x="1473777" y="332020"/>
                  </a:lnTo>
                  <a:lnTo>
                    <a:pt x="1441810" y="349850"/>
                  </a:lnTo>
                  <a:lnTo>
                    <a:pt x="1409717" y="349850"/>
                  </a:lnTo>
                  <a:lnTo>
                    <a:pt x="1377750" y="367680"/>
                  </a:lnTo>
                  <a:lnTo>
                    <a:pt x="1345656" y="410982"/>
                  </a:lnTo>
                  <a:lnTo>
                    <a:pt x="1313689" y="428429"/>
                  </a:lnTo>
                  <a:lnTo>
                    <a:pt x="1281595" y="445623"/>
                  </a:lnTo>
                  <a:lnTo>
                    <a:pt x="1249501" y="445623"/>
                  </a:lnTo>
                  <a:lnTo>
                    <a:pt x="1217534" y="479245"/>
                  </a:lnTo>
                  <a:lnTo>
                    <a:pt x="1185441" y="511848"/>
                  </a:lnTo>
                  <a:lnTo>
                    <a:pt x="1153474" y="560371"/>
                  </a:lnTo>
                  <a:lnTo>
                    <a:pt x="1121380" y="602399"/>
                  </a:lnTo>
                  <a:lnTo>
                    <a:pt x="1089413" y="602399"/>
                  </a:lnTo>
                  <a:lnTo>
                    <a:pt x="1057319" y="633729"/>
                  </a:lnTo>
                  <a:lnTo>
                    <a:pt x="1025225" y="633729"/>
                  </a:lnTo>
                  <a:lnTo>
                    <a:pt x="993258" y="633729"/>
                  </a:lnTo>
                  <a:lnTo>
                    <a:pt x="961165" y="662639"/>
                  </a:lnTo>
                  <a:lnTo>
                    <a:pt x="929198" y="715365"/>
                  </a:lnTo>
                  <a:lnTo>
                    <a:pt x="897104" y="756501"/>
                  </a:lnTo>
                  <a:lnTo>
                    <a:pt x="865137" y="783501"/>
                  </a:lnTo>
                  <a:lnTo>
                    <a:pt x="833043" y="809355"/>
                  </a:lnTo>
                  <a:lnTo>
                    <a:pt x="801077" y="822218"/>
                  </a:lnTo>
                  <a:lnTo>
                    <a:pt x="768983" y="822218"/>
                  </a:lnTo>
                  <a:lnTo>
                    <a:pt x="736889" y="847052"/>
                  </a:lnTo>
                  <a:lnTo>
                    <a:pt x="704922" y="858897"/>
                  </a:lnTo>
                  <a:lnTo>
                    <a:pt x="672828" y="882712"/>
                  </a:lnTo>
                  <a:lnTo>
                    <a:pt x="640861" y="894302"/>
                  </a:lnTo>
                  <a:lnTo>
                    <a:pt x="608767" y="905382"/>
                  </a:lnTo>
                  <a:lnTo>
                    <a:pt x="576801" y="916335"/>
                  </a:lnTo>
                  <a:lnTo>
                    <a:pt x="544707" y="951867"/>
                  </a:lnTo>
                  <a:lnTo>
                    <a:pt x="512613" y="972754"/>
                  </a:lnTo>
                  <a:lnTo>
                    <a:pt x="480646" y="1003192"/>
                  </a:lnTo>
                  <a:lnTo>
                    <a:pt x="448552" y="1031975"/>
                  </a:lnTo>
                  <a:lnTo>
                    <a:pt x="416585" y="1075531"/>
                  </a:lnTo>
                  <a:lnTo>
                    <a:pt x="384491" y="1115776"/>
                  </a:lnTo>
                  <a:lnTo>
                    <a:pt x="352525" y="1132842"/>
                  </a:lnTo>
                  <a:lnTo>
                    <a:pt x="320431" y="1202506"/>
                  </a:lnTo>
                  <a:lnTo>
                    <a:pt x="288337" y="1227723"/>
                  </a:lnTo>
                  <a:lnTo>
                    <a:pt x="256370" y="1266439"/>
                  </a:lnTo>
                  <a:lnTo>
                    <a:pt x="224276" y="1327953"/>
                  </a:lnTo>
                  <a:lnTo>
                    <a:pt x="192309" y="1376349"/>
                  </a:lnTo>
                  <a:lnTo>
                    <a:pt x="160215" y="1419905"/>
                  </a:lnTo>
                  <a:lnTo>
                    <a:pt x="128249" y="1441810"/>
                  </a:lnTo>
                  <a:lnTo>
                    <a:pt x="96155" y="1523319"/>
                  </a:lnTo>
                  <a:lnTo>
                    <a:pt x="64061" y="1559997"/>
                  </a:lnTo>
                  <a:lnTo>
                    <a:pt x="32094" y="1585342"/>
                  </a:lnTo>
                  <a:lnTo>
                    <a:pt x="0" y="1630935"/>
                  </a:lnTo>
                </a:path>
              </a:pathLst>
            </a:custGeom>
            <a:noFill/>
            <a:ln w="14770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4E8C0C43-FF90-8D25-C05A-94A1F941FD06}"/>
                </a:ext>
              </a:extLst>
            </p:cNvPr>
            <p:cNvSpPr/>
            <p:nvPr/>
          </p:nvSpPr>
          <p:spPr>
            <a:xfrm>
              <a:off x="1261540" y="2994508"/>
              <a:ext cx="2883620" cy="2068916"/>
            </a:xfrm>
            <a:custGeom>
              <a:avLst/>
              <a:gdLst>
                <a:gd name="csX0" fmla="*/ 0 w 2883620"/>
                <a:gd name="csY0" fmla="*/ 2068917 h 2068916"/>
                <a:gd name="csX1" fmla="*/ 32094 w 2883620"/>
                <a:gd name="csY1" fmla="*/ 1856485 h 2068916"/>
                <a:gd name="csX2" fmla="*/ 64061 w 2883620"/>
                <a:gd name="csY2" fmla="*/ 1752689 h 2068916"/>
                <a:gd name="csX3" fmla="*/ 96155 w 2883620"/>
                <a:gd name="csY3" fmla="*/ 1697925 h 2068916"/>
                <a:gd name="csX4" fmla="*/ 128249 w 2883620"/>
                <a:gd name="csY4" fmla="*/ 1697925 h 2068916"/>
                <a:gd name="csX5" fmla="*/ 160215 w 2883620"/>
                <a:gd name="csY5" fmla="*/ 1666978 h 2068916"/>
                <a:gd name="csX6" fmla="*/ 192309 w 2883620"/>
                <a:gd name="csY6" fmla="*/ 1666978 h 2068916"/>
                <a:gd name="csX7" fmla="*/ 224276 w 2883620"/>
                <a:gd name="csY7" fmla="*/ 1666978 h 2068916"/>
                <a:gd name="csX8" fmla="*/ 256370 w 2883620"/>
                <a:gd name="csY8" fmla="*/ 1630936 h 2068916"/>
                <a:gd name="csX9" fmla="*/ 288337 w 2883620"/>
                <a:gd name="csY9" fmla="*/ 1630936 h 2068916"/>
                <a:gd name="csX10" fmla="*/ 320431 w 2883620"/>
                <a:gd name="csY10" fmla="*/ 1630936 h 2068916"/>
                <a:gd name="csX11" fmla="*/ 352525 w 2883620"/>
                <a:gd name="csY11" fmla="*/ 1600115 h 2068916"/>
                <a:gd name="csX12" fmla="*/ 384491 w 2883620"/>
                <a:gd name="csY12" fmla="*/ 1600115 h 2068916"/>
                <a:gd name="csX13" fmla="*/ 416585 w 2883620"/>
                <a:gd name="csY13" fmla="*/ 1568785 h 2068916"/>
                <a:gd name="csX14" fmla="*/ 448552 w 2883620"/>
                <a:gd name="csY14" fmla="*/ 1533125 h 2068916"/>
                <a:gd name="csX15" fmla="*/ 480646 w 2883620"/>
                <a:gd name="csY15" fmla="*/ 1533125 h 2068916"/>
                <a:gd name="csX16" fmla="*/ 512613 w 2883620"/>
                <a:gd name="csY16" fmla="*/ 1533125 h 2068916"/>
                <a:gd name="csX17" fmla="*/ 544707 w 2883620"/>
                <a:gd name="csY17" fmla="*/ 1457093 h 2068916"/>
                <a:gd name="csX18" fmla="*/ 576801 w 2883620"/>
                <a:gd name="csY18" fmla="*/ 1416975 h 2068916"/>
                <a:gd name="csX19" fmla="*/ 608767 w 2883620"/>
                <a:gd name="csY19" fmla="*/ 1416975 h 2068916"/>
                <a:gd name="csX20" fmla="*/ 640861 w 2883620"/>
                <a:gd name="csY20" fmla="*/ 1380297 h 2068916"/>
                <a:gd name="csX21" fmla="*/ 672828 w 2883620"/>
                <a:gd name="csY21" fmla="*/ 1380297 h 2068916"/>
                <a:gd name="csX22" fmla="*/ 704922 w 2883620"/>
                <a:gd name="csY22" fmla="*/ 1341071 h 2068916"/>
                <a:gd name="csX23" fmla="*/ 736889 w 2883620"/>
                <a:gd name="csY23" fmla="*/ 1341071 h 2068916"/>
                <a:gd name="csX24" fmla="*/ 768983 w 2883620"/>
                <a:gd name="csY24" fmla="*/ 1341071 h 2068916"/>
                <a:gd name="csX25" fmla="*/ 801077 w 2883620"/>
                <a:gd name="csY25" fmla="*/ 1301081 h 2068916"/>
                <a:gd name="csX26" fmla="*/ 833043 w 2883620"/>
                <a:gd name="csY26" fmla="*/ 1301081 h 2068916"/>
                <a:gd name="csX27" fmla="*/ 865137 w 2883620"/>
                <a:gd name="csY27" fmla="*/ 1262364 h 2068916"/>
                <a:gd name="csX28" fmla="*/ 897104 w 2883620"/>
                <a:gd name="csY28" fmla="*/ 1262364 h 2068916"/>
                <a:gd name="csX29" fmla="*/ 929198 w 2883620"/>
                <a:gd name="csY29" fmla="*/ 1262364 h 2068916"/>
                <a:gd name="csX30" fmla="*/ 961165 w 2883620"/>
                <a:gd name="csY30" fmla="*/ 1262364 h 2068916"/>
                <a:gd name="csX31" fmla="*/ 993258 w 2883620"/>
                <a:gd name="csY31" fmla="*/ 1213459 h 2068916"/>
                <a:gd name="csX32" fmla="*/ 1025225 w 2883620"/>
                <a:gd name="csY32" fmla="*/ 1213459 h 2068916"/>
                <a:gd name="csX33" fmla="*/ 1057319 w 2883620"/>
                <a:gd name="csY33" fmla="*/ 1213459 h 2068916"/>
                <a:gd name="csX34" fmla="*/ 1089413 w 2883620"/>
                <a:gd name="csY34" fmla="*/ 1213459 h 2068916"/>
                <a:gd name="csX35" fmla="*/ 1121380 w 2883620"/>
                <a:gd name="csY35" fmla="*/ 1169139 h 2068916"/>
                <a:gd name="csX36" fmla="*/ 1153474 w 2883620"/>
                <a:gd name="csY36" fmla="*/ 1121634 h 2068916"/>
                <a:gd name="csX37" fmla="*/ 1185441 w 2883620"/>
                <a:gd name="csY37" fmla="*/ 1121634 h 2068916"/>
                <a:gd name="csX38" fmla="*/ 1217534 w 2883620"/>
                <a:gd name="csY38" fmla="*/ 1121634 h 2068916"/>
                <a:gd name="csX39" fmla="*/ 1249501 w 2883620"/>
                <a:gd name="csY39" fmla="*/ 1121634 h 2068916"/>
                <a:gd name="csX40" fmla="*/ 1281595 w 2883620"/>
                <a:gd name="csY40" fmla="*/ 1121634 h 2068916"/>
                <a:gd name="csX41" fmla="*/ 1313689 w 2883620"/>
                <a:gd name="csY41" fmla="*/ 1034267 h 2068916"/>
                <a:gd name="csX42" fmla="*/ 1345656 w 2883620"/>
                <a:gd name="csY42" fmla="*/ 983579 h 2068916"/>
                <a:gd name="csX43" fmla="*/ 1377750 w 2883620"/>
                <a:gd name="csY43" fmla="*/ 983579 h 2068916"/>
                <a:gd name="csX44" fmla="*/ 1409717 w 2883620"/>
                <a:gd name="csY44" fmla="*/ 983579 h 2068916"/>
                <a:gd name="csX45" fmla="*/ 1441810 w 2883620"/>
                <a:gd name="csY45" fmla="*/ 983579 h 2068916"/>
                <a:gd name="csX46" fmla="*/ 1473777 w 2883620"/>
                <a:gd name="csY46" fmla="*/ 983579 h 2068916"/>
                <a:gd name="csX47" fmla="*/ 1505871 w 2883620"/>
                <a:gd name="csY47" fmla="*/ 983579 h 2068916"/>
                <a:gd name="csX48" fmla="*/ 1537965 w 2883620"/>
                <a:gd name="csY48" fmla="*/ 926014 h 2068916"/>
                <a:gd name="csX49" fmla="*/ 1569932 w 2883620"/>
                <a:gd name="csY49" fmla="*/ 926014 h 2068916"/>
                <a:gd name="csX50" fmla="*/ 1602026 w 2883620"/>
                <a:gd name="csY50" fmla="*/ 874561 h 2068916"/>
                <a:gd name="csX51" fmla="*/ 1633993 w 2883620"/>
                <a:gd name="csY51" fmla="*/ 874561 h 2068916"/>
                <a:gd name="csX52" fmla="*/ 1666086 w 2883620"/>
                <a:gd name="csY52" fmla="*/ 874561 h 2068916"/>
                <a:gd name="csX53" fmla="*/ 1698053 w 2883620"/>
                <a:gd name="csY53" fmla="*/ 874561 h 2068916"/>
                <a:gd name="csX54" fmla="*/ 1730147 w 2883620"/>
                <a:gd name="csY54" fmla="*/ 874561 h 2068916"/>
                <a:gd name="csX55" fmla="*/ 1762241 w 2883620"/>
                <a:gd name="csY55" fmla="*/ 815850 h 2068916"/>
                <a:gd name="csX56" fmla="*/ 1794208 w 2883620"/>
                <a:gd name="csY56" fmla="*/ 815850 h 2068916"/>
                <a:gd name="csX57" fmla="*/ 1826302 w 2883620"/>
                <a:gd name="csY57" fmla="*/ 726572 h 2068916"/>
                <a:gd name="csX58" fmla="*/ 1858269 w 2883620"/>
                <a:gd name="csY58" fmla="*/ 726572 h 2068916"/>
                <a:gd name="csX59" fmla="*/ 1890362 w 2883620"/>
                <a:gd name="csY59" fmla="*/ 726572 h 2068916"/>
                <a:gd name="csX60" fmla="*/ 1922329 w 2883620"/>
                <a:gd name="csY60" fmla="*/ 726572 h 2068916"/>
                <a:gd name="csX61" fmla="*/ 1954423 w 2883620"/>
                <a:gd name="csY61" fmla="*/ 726572 h 2068916"/>
                <a:gd name="csX62" fmla="*/ 1986517 w 2883620"/>
                <a:gd name="csY62" fmla="*/ 726572 h 2068916"/>
                <a:gd name="csX63" fmla="*/ 2018484 w 2883620"/>
                <a:gd name="csY63" fmla="*/ 726572 h 2068916"/>
                <a:gd name="csX64" fmla="*/ 2050578 w 2883620"/>
                <a:gd name="csY64" fmla="*/ 726572 h 2068916"/>
                <a:gd name="csX65" fmla="*/ 2082545 w 2883620"/>
                <a:gd name="csY65" fmla="*/ 655252 h 2068916"/>
                <a:gd name="csX66" fmla="*/ 2114638 w 2883620"/>
                <a:gd name="csY66" fmla="*/ 575527 h 2068916"/>
                <a:gd name="csX67" fmla="*/ 2146605 w 2883620"/>
                <a:gd name="csY67" fmla="*/ 507263 h 2068916"/>
                <a:gd name="csX68" fmla="*/ 2178699 w 2883620"/>
                <a:gd name="csY68" fmla="*/ 507263 h 2068916"/>
                <a:gd name="csX69" fmla="*/ 2210793 w 2883620"/>
                <a:gd name="csY69" fmla="*/ 507263 h 2068916"/>
                <a:gd name="csX70" fmla="*/ 2242760 w 2883620"/>
                <a:gd name="csY70" fmla="*/ 507263 h 2068916"/>
                <a:gd name="csX71" fmla="*/ 2274854 w 2883620"/>
                <a:gd name="csY71" fmla="*/ 507263 h 2068916"/>
                <a:gd name="csX72" fmla="*/ 2306821 w 2883620"/>
                <a:gd name="csY72" fmla="*/ 391114 h 2068916"/>
                <a:gd name="csX73" fmla="*/ 2338914 w 2883620"/>
                <a:gd name="csY73" fmla="*/ 391114 h 2068916"/>
                <a:gd name="csX74" fmla="*/ 2370881 w 2883620"/>
                <a:gd name="csY74" fmla="*/ 391114 h 2068916"/>
                <a:gd name="csX75" fmla="*/ 2402975 w 2883620"/>
                <a:gd name="csY75" fmla="*/ 391114 h 2068916"/>
                <a:gd name="csX76" fmla="*/ 2435069 w 2883620"/>
                <a:gd name="csY76" fmla="*/ 391114 h 2068916"/>
                <a:gd name="csX77" fmla="*/ 2467036 w 2883620"/>
                <a:gd name="csY77" fmla="*/ 391114 h 2068916"/>
                <a:gd name="csX78" fmla="*/ 2499130 w 2883620"/>
                <a:gd name="csY78" fmla="*/ 391114 h 2068916"/>
                <a:gd name="csX79" fmla="*/ 2531096 w 2883620"/>
                <a:gd name="csY79" fmla="*/ 391114 h 2068916"/>
                <a:gd name="csX80" fmla="*/ 2563190 w 2883620"/>
                <a:gd name="csY80" fmla="*/ 391114 h 2068916"/>
                <a:gd name="csX81" fmla="*/ 2595157 w 2883620"/>
                <a:gd name="csY81" fmla="*/ 391114 h 2068916"/>
                <a:gd name="csX82" fmla="*/ 2627251 w 2883620"/>
                <a:gd name="csY82" fmla="*/ 129650 h 2068916"/>
                <a:gd name="csX83" fmla="*/ 2659345 w 2883620"/>
                <a:gd name="csY83" fmla="*/ 129650 h 2068916"/>
                <a:gd name="csX84" fmla="*/ 2691312 w 2883620"/>
                <a:gd name="csY84" fmla="*/ 129650 h 2068916"/>
                <a:gd name="csX85" fmla="*/ 2723406 w 2883620"/>
                <a:gd name="csY85" fmla="*/ 129650 h 2068916"/>
                <a:gd name="csX86" fmla="*/ 2755373 w 2883620"/>
                <a:gd name="csY86" fmla="*/ 129650 h 2068916"/>
                <a:gd name="csX87" fmla="*/ 2787466 w 2883620"/>
                <a:gd name="csY87" fmla="*/ 129650 h 2068916"/>
                <a:gd name="csX88" fmla="*/ 2819433 w 2883620"/>
                <a:gd name="csY88" fmla="*/ 129650 h 2068916"/>
                <a:gd name="csX89" fmla="*/ 2851527 w 2883620"/>
                <a:gd name="csY89" fmla="*/ 129650 h 2068916"/>
                <a:gd name="csX90" fmla="*/ 2883621 w 2883620"/>
                <a:gd name="csY90" fmla="*/ 0 h 2068916"/>
                <a:gd name="csX91" fmla="*/ 2883621 w 2883620"/>
                <a:gd name="csY91" fmla="*/ 992239 h 2068916"/>
                <a:gd name="csX92" fmla="*/ 2851527 w 2883620"/>
                <a:gd name="csY92" fmla="*/ 1069291 h 2068916"/>
                <a:gd name="csX93" fmla="*/ 2819433 w 2883620"/>
                <a:gd name="csY93" fmla="*/ 1069291 h 2068916"/>
                <a:gd name="csX94" fmla="*/ 2787466 w 2883620"/>
                <a:gd name="csY94" fmla="*/ 1069291 h 2068916"/>
                <a:gd name="csX95" fmla="*/ 2755373 w 2883620"/>
                <a:gd name="csY95" fmla="*/ 1069291 h 2068916"/>
                <a:gd name="csX96" fmla="*/ 2723406 w 2883620"/>
                <a:gd name="csY96" fmla="*/ 1069291 h 2068916"/>
                <a:gd name="csX97" fmla="*/ 2691312 w 2883620"/>
                <a:gd name="csY97" fmla="*/ 1069291 h 2068916"/>
                <a:gd name="csX98" fmla="*/ 2659345 w 2883620"/>
                <a:gd name="csY98" fmla="*/ 1069291 h 2068916"/>
                <a:gd name="csX99" fmla="*/ 2627251 w 2883620"/>
                <a:gd name="csY99" fmla="*/ 1069291 h 2068916"/>
                <a:gd name="csX100" fmla="*/ 2595157 w 2883620"/>
                <a:gd name="csY100" fmla="*/ 1215751 h 2068916"/>
                <a:gd name="csX101" fmla="*/ 2563190 w 2883620"/>
                <a:gd name="csY101" fmla="*/ 1215751 h 2068916"/>
                <a:gd name="csX102" fmla="*/ 2531096 w 2883620"/>
                <a:gd name="csY102" fmla="*/ 1215751 h 2068916"/>
                <a:gd name="csX103" fmla="*/ 2499130 w 2883620"/>
                <a:gd name="csY103" fmla="*/ 1215751 h 2068916"/>
                <a:gd name="csX104" fmla="*/ 2467036 w 2883620"/>
                <a:gd name="csY104" fmla="*/ 1215751 h 2068916"/>
                <a:gd name="csX105" fmla="*/ 2435069 w 2883620"/>
                <a:gd name="csY105" fmla="*/ 1215751 h 2068916"/>
                <a:gd name="csX106" fmla="*/ 2402975 w 2883620"/>
                <a:gd name="csY106" fmla="*/ 1215751 h 2068916"/>
                <a:gd name="csX107" fmla="*/ 2370881 w 2883620"/>
                <a:gd name="csY107" fmla="*/ 1215751 h 2068916"/>
                <a:gd name="csX108" fmla="*/ 2338914 w 2883620"/>
                <a:gd name="csY108" fmla="*/ 1215751 h 2068916"/>
                <a:gd name="csX109" fmla="*/ 2306821 w 2883620"/>
                <a:gd name="csY109" fmla="*/ 1215751 h 2068916"/>
                <a:gd name="csX110" fmla="*/ 2274854 w 2883620"/>
                <a:gd name="csY110" fmla="*/ 1284651 h 2068916"/>
                <a:gd name="csX111" fmla="*/ 2242760 w 2883620"/>
                <a:gd name="csY111" fmla="*/ 1284651 h 2068916"/>
                <a:gd name="csX112" fmla="*/ 2210793 w 2883620"/>
                <a:gd name="csY112" fmla="*/ 1284651 h 2068916"/>
                <a:gd name="csX113" fmla="*/ 2178699 w 2883620"/>
                <a:gd name="csY113" fmla="*/ 1284651 h 2068916"/>
                <a:gd name="csX114" fmla="*/ 2146605 w 2883620"/>
                <a:gd name="csY114" fmla="*/ 1284651 h 2068916"/>
                <a:gd name="csX115" fmla="*/ 2114638 w 2883620"/>
                <a:gd name="csY115" fmla="*/ 1332665 h 2068916"/>
                <a:gd name="csX116" fmla="*/ 2082545 w 2883620"/>
                <a:gd name="csY116" fmla="*/ 1383608 h 2068916"/>
                <a:gd name="csX117" fmla="*/ 2050578 w 2883620"/>
                <a:gd name="csY117" fmla="*/ 1430221 h 2068916"/>
                <a:gd name="csX118" fmla="*/ 2018484 w 2883620"/>
                <a:gd name="csY118" fmla="*/ 1430221 h 2068916"/>
                <a:gd name="csX119" fmla="*/ 1986517 w 2883620"/>
                <a:gd name="csY119" fmla="*/ 1430221 h 2068916"/>
                <a:gd name="csX120" fmla="*/ 1954423 w 2883620"/>
                <a:gd name="csY120" fmla="*/ 1430221 h 2068916"/>
                <a:gd name="csX121" fmla="*/ 1922329 w 2883620"/>
                <a:gd name="csY121" fmla="*/ 1430221 h 2068916"/>
                <a:gd name="csX122" fmla="*/ 1890362 w 2883620"/>
                <a:gd name="csY122" fmla="*/ 1430221 h 2068916"/>
                <a:gd name="csX123" fmla="*/ 1858269 w 2883620"/>
                <a:gd name="csY123" fmla="*/ 1430221 h 2068916"/>
                <a:gd name="csX124" fmla="*/ 1826302 w 2883620"/>
                <a:gd name="csY124" fmla="*/ 1430221 h 2068916"/>
                <a:gd name="csX125" fmla="*/ 1794208 w 2883620"/>
                <a:gd name="csY125" fmla="*/ 1482819 h 2068916"/>
                <a:gd name="csX126" fmla="*/ 1762241 w 2883620"/>
                <a:gd name="csY126" fmla="*/ 1482819 h 2068916"/>
                <a:gd name="csX127" fmla="*/ 1730147 w 2883620"/>
                <a:gd name="csY127" fmla="*/ 1522300 h 2068916"/>
                <a:gd name="csX128" fmla="*/ 1698053 w 2883620"/>
                <a:gd name="csY128" fmla="*/ 1522300 h 2068916"/>
                <a:gd name="csX129" fmla="*/ 1666086 w 2883620"/>
                <a:gd name="csY129" fmla="*/ 1522300 h 2068916"/>
                <a:gd name="csX130" fmla="*/ 1633993 w 2883620"/>
                <a:gd name="csY130" fmla="*/ 1522300 h 2068916"/>
                <a:gd name="csX131" fmla="*/ 1602026 w 2883620"/>
                <a:gd name="csY131" fmla="*/ 1522300 h 2068916"/>
                <a:gd name="csX132" fmla="*/ 1569932 w 2883620"/>
                <a:gd name="csY132" fmla="*/ 1558087 h 2068916"/>
                <a:gd name="csX133" fmla="*/ 1537965 w 2883620"/>
                <a:gd name="csY133" fmla="*/ 1558087 h 2068916"/>
                <a:gd name="csX134" fmla="*/ 1505871 w 2883620"/>
                <a:gd name="csY134" fmla="*/ 1595912 h 2068916"/>
                <a:gd name="csX135" fmla="*/ 1473777 w 2883620"/>
                <a:gd name="csY135" fmla="*/ 1595912 h 2068916"/>
                <a:gd name="csX136" fmla="*/ 1441810 w 2883620"/>
                <a:gd name="csY136" fmla="*/ 1595912 h 2068916"/>
                <a:gd name="csX137" fmla="*/ 1409717 w 2883620"/>
                <a:gd name="csY137" fmla="*/ 1595912 h 2068916"/>
                <a:gd name="csX138" fmla="*/ 1377750 w 2883620"/>
                <a:gd name="csY138" fmla="*/ 1595912 h 2068916"/>
                <a:gd name="csX139" fmla="*/ 1345656 w 2883620"/>
                <a:gd name="csY139" fmla="*/ 1595912 h 2068916"/>
                <a:gd name="csX140" fmla="*/ 1313689 w 2883620"/>
                <a:gd name="csY140" fmla="*/ 1630681 h 2068916"/>
                <a:gd name="csX141" fmla="*/ 1281595 w 2883620"/>
                <a:gd name="csY141" fmla="*/ 1675001 h 2068916"/>
                <a:gd name="csX142" fmla="*/ 1249501 w 2883620"/>
                <a:gd name="csY142" fmla="*/ 1675001 h 2068916"/>
                <a:gd name="csX143" fmla="*/ 1217534 w 2883620"/>
                <a:gd name="csY143" fmla="*/ 1675001 h 2068916"/>
                <a:gd name="csX144" fmla="*/ 1185441 w 2883620"/>
                <a:gd name="csY144" fmla="*/ 1675001 h 2068916"/>
                <a:gd name="csX145" fmla="*/ 1153474 w 2883620"/>
                <a:gd name="csY145" fmla="*/ 1675001 h 2068916"/>
                <a:gd name="csX146" fmla="*/ 1121380 w 2883620"/>
                <a:gd name="csY146" fmla="*/ 1706586 h 2068916"/>
                <a:gd name="csX147" fmla="*/ 1089413 w 2883620"/>
                <a:gd name="csY147" fmla="*/ 1736260 h 2068916"/>
                <a:gd name="csX148" fmla="*/ 1057319 w 2883620"/>
                <a:gd name="csY148" fmla="*/ 1736260 h 2068916"/>
                <a:gd name="csX149" fmla="*/ 1025225 w 2883620"/>
                <a:gd name="csY149" fmla="*/ 1736260 h 2068916"/>
                <a:gd name="csX150" fmla="*/ 993258 w 2883620"/>
                <a:gd name="csY150" fmla="*/ 1736260 h 2068916"/>
                <a:gd name="csX151" fmla="*/ 961165 w 2883620"/>
                <a:gd name="csY151" fmla="*/ 1767080 h 2068916"/>
                <a:gd name="csX152" fmla="*/ 929198 w 2883620"/>
                <a:gd name="csY152" fmla="*/ 1767080 h 2068916"/>
                <a:gd name="csX153" fmla="*/ 897104 w 2883620"/>
                <a:gd name="csY153" fmla="*/ 1767080 h 2068916"/>
                <a:gd name="csX154" fmla="*/ 865137 w 2883620"/>
                <a:gd name="csY154" fmla="*/ 1767080 h 2068916"/>
                <a:gd name="csX155" fmla="*/ 833043 w 2883620"/>
                <a:gd name="csY155" fmla="*/ 1793443 h 2068916"/>
                <a:gd name="csX156" fmla="*/ 801077 w 2883620"/>
                <a:gd name="csY156" fmla="*/ 1793443 h 2068916"/>
                <a:gd name="csX157" fmla="*/ 768983 w 2883620"/>
                <a:gd name="csY157" fmla="*/ 1819934 h 2068916"/>
                <a:gd name="csX158" fmla="*/ 736889 w 2883620"/>
                <a:gd name="csY158" fmla="*/ 1819934 h 2068916"/>
                <a:gd name="csX159" fmla="*/ 704922 w 2883620"/>
                <a:gd name="csY159" fmla="*/ 1819934 h 2068916"/>
                <a:gd name="csX160" fmla="*/ 672828 w 2883620"/>
                <a:gd name="csY160" fmla="*/ 1845914 h 2068916"/>
                <a:gd name="csX161" fmla="*/ 640861 w 2883620"/>
                <a:gd name="csY161" fmla="*/ 1845914 h 2068916"/>
                <a:gd name="csX162" fmla="*/ 608767 w 2883620"/>
                <a:gd name="csY162" fmla="*/ 1870494 h 2068916"/>
                <a:gd name="csX163" fmla="*/ 576801 w 2883620"/>
                <a:gd name="csY163" fmla="*/ 1870494 h 2068916"/>
                <a:gd name="csX164" fmla="*/ 544707 w 2883620"/>
                <a:gd name="csY164" fmla="*/ 1896093 h 2068916"/>
                <a:gd name="csX165" fmla="*/ 512613 w 2883620"/>
                <a:gd name="csY165" fmla="*/ 1927550 h 2068916"/>
                <a:gd name="csX166" fmla="*/ 480646 w 2883620"/>
                <a:gd name="csY166" fmla="*/ 1927550 h 2068916"/>
                <a:gd name="csX167" fmla="*/ 448552 w 2883620"/>
                <a:gd name="csY167" fmla="*/ 1927550 h 2068916"/>
                <a:gd name="csX168" fmla="*/ 416585 w 2883620"/>
                <a:gd name="csY168" fmla="*/ 1949456 h 2068916"/>
                <a:gd name="csX169" fmla="*/ 384491 w 2883620"/>
                <a:gd name="csY169" fmla="*/ 1969451 h 2068916"/>
                <a:gd name="csX170" fmla="*/ 352525 w 2883620"/>
                <a:gd name="csY170" fmla="*/ 1969451 h 2068916"/>
                <a:gd name="csX171" fmla="*/ 320431 w 2883620"/>
                <a:gd name="csY171" fmla="*/ 1988809 h 2068916"/>
                <a:gd name="csX172" fmla="*/ 288337 w 2883620"/>
                <a:gd name="csY172" fmla="*/ 1988809 h 2068916"/>
                <a:gd name="csX173" fmla="*/ 256370 w 2883620"/>
                <a:gd name="csY173" fmla="*/ 1988809 h 2068916"/>
                <a:gd name="csX174" fmla="*/ 224276 w 2883620"/>
                <a:gd name="csY174" fmla="*/ 2009568 h 2068916"/>
                <a:gd name="csX175" fmla="*/ 192309 w 2883620"/>
                <a:gd name="csY175" fmla="*/ 2009568 h 2068916"/>
                <a:gd name="csX176" fmla="*/ 160215 w 2883620"/>
                <a:gd name="csY176" fmla="*/ 2009568 h 2068916"/>
                <a:gd name="csX177" fmla="*/ 128249 w 2883620"/>
                <a:gd name="csY177" fmla="*/ 2028163 h 2068916"/>
                <a:gd name="csX178" fmla="*/ 96155 w 2883620"/>
                <a:gd name="csY178" fmla="*/ 2028163 h 2068916"/>
                <a:gd name="csX179" fmla="*/ 64061 w 2883620"/>
                <a:gd name="csY179" fmla="*/ 2050068 h 2068916"/>
                <a:gd name="csX180" fmla="*/ 32094 w 2883620"/>
                <a:gd name="csY180" fmla="*/ 2068917 h 2068916"/>
                <a:gd name="csX181" fmla="*/ 0 w 2883620"/>
                <a:gd name="csY181" fmla="*/ 2068917 h 20689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</a:cxnLst>
              <a:rect l="l" t="t" r="r" b="b"/>
              <a:pathLst>
                <a:path w="2883620" h="2068916">
                  <a:moveTo>
                    <a:pt x="0" y="2068917"/>
                  </a:moveTo>
                  <a:lnTo>
                    <a:pt x="32094" y="1856485"/>
                  </a:lnTo>
                  <a:lnTo>
                    <a:pt x="64061" y="1752689"/>
                  </a:lnTo>
                  <a:lnTo>
                    <a:pt x="96155" y="1697925"/>
                  </a:lnTo>
                  <a:lnTo>
                    <a:pt x="128249" y="1697925"/>
                  </a:lnTo>
                  <a:lnTo>
                    <a:pt x="160215" y="1666978"/>
                  </a:lnTo>
                  <a:lnTo>
                    <a:pt x="192309" y="1666978"/>
                  </a:lnTo>
                  <a:lnTo>
                    <a:pt x="224276" y="1666978"/>
                  </a:lnTo>
                  <a:lnTo>
                    <a:pt x="256370" y="1630936"/>
                  </a:lnTo>
                  <a:lnTo>
                    <a:pt x="288337" y="1630936"/>
                  </a:lnTo>
                  <a:lnTo>
                    <a:pt x="320431" y="1630936"/>
                  </a:lnTo>
                  <a:lnTo>
                    <a:pt x="352525" y="1600115"/>
                  </a:lnTo>
                  <a:lnTo>
                    <a:pt x="384491" y="1600115"/>
                  </a:lnTo>
                  <a:lnTo>
                    <a:pt x="416585" y="1568785"/>
                  </a:lnTo>
                  <a:lnTo>
                    <a:pt x="448552" y="1533125"/>
                  </a:lnTo>
                  <a:lnTo>
                    <a:pt x="480646" y="1533125"/>
                  </a:lnTo>
                  <a:lnTo>
                    <a:pt x="512613" y="1533125"/>
                  </a:lnTo>
                  <a:lnTo>
                    <a:pt x="544707" y="1457093"/>
                  </a:lnTo>
                  <a:lnTo>
                    <a:pt x="576801" y="1416975"/>
                  </a:lnTo>
                  <a:lnTo>
                    <a:pt x="608767" y="1416975"/>
                  </a:lnTo>
                  <a:lnTo>
                    <a:pt x="640861" y="1380297"/>
                  </a:lnTo>
                  <a:lnTo>
                    <a:pt x="672828" y="1380297"/>
                  </a:lnTo>
                  <a:lnTo>
                    <a:pt x="704922" y="1341071"/>
                  </a:lnTo>
                  <a:lnTo>
                    <a:pt x="736889" y="1341071"/>
                  </a:lnTo>
                  <a:lnTo>
                    <a:pt x="768983" y="1341071"/>
                  </a:lnTo>
                  <a:lnTo>
                    <a:pt x="801077" y="1301081"/>
                  </a:lnTo>
                  <a:lnTo>
                    <a:pt x="833043" y="1301081"/>
                  </a:lnTo>
                  <a:lnTo>
                    <a:pt x="865137" y="1262364"/>
                  </a:lnTo>
                  <a:lnTo>
                    <a:pt x="897104" y="1262364"/>
                  </a:lnTo>
                  <a:lnTo>
                    <a:pt x="929198" y="1262364"/>
                  </a:lnTo>
                  <a:lnTo>
                    <a:pt x="961165" y="1262364"/>
                  </a:lnTo>
                  <a:lnTo>
                    <a:pt x="993258" y="1213459"/>
                  </a:lnTo>
                  <a:lnTo>
                    <a:pt x="1025225" y="1213459"/>
                  </a:lnTo>
                  <a:lnTo>
                    <a:pt x="1057319" y="1213459"/>
                  </a:lnTo>
                  <a:lnTo>
                    <a:pt x="1089413" y="1213459"/>
                  </a:lnTo>
                  <a:lnTo>
                    <a:pt x="1121380" y="1169139"/>
                  </a:lnTo>
                  <a:lnTo>
                    <a:pt x="1153474" y="1121634"/>
                  </a:lnTo>
                  <a:lnTo>
                    <a:pt x="1185441" y="1121634"/>
                  </a:lnTo>
                  <a:lnTo>
                    <a:pt x="1217534" y="1121634"/>
                  </a:lnTo>
                  <a:lnTo>
                    <a:pt x="1249501" y="1121634"/>
                  </a:lnTo>
                  <a:lnTo>
                    <a:pt x="1281595" y="1121634"/>
                  </a:lnTo>
                  <a:lnTo>
                    <a:pt x="1313689" y="1034267"/>
                  </a:lnTo>
                  <a:lnTo>
                    <a:pt x="1345656" y="983579"/>
                  </a:lnTo>
                  <a:lnTo>
                    <a:pt x="1377750" y="983579"/>
                  </a:lnTo>
                  <a:lnTo>
                    <a:pt x="1409717" y="983579"/>
                  </a:lnTo>
                  <a:lnTo>
                    <a:pt x="1441810" y="983579"/>
                  </a:lnTo>
                  <a:lnTo>
                    <a:pt x="1473777" y="983579"/>
                  </a:lnTo>
                  <a:lnTo>
                    <a:pt x="1505871" y="983579"/>
                  </a:lnTo>
                  <a:lnTo>
                    <a:pt x="1537965" y="926014"/>
                  </a:lnTo>
                  <a:lnTo>
                    <a:pt x="1569932" y="926014"/>
                  </a:lnTo>
                  <a:lnTo>
                    <a:pt x="1602026" y="874561"/>
                  </a:lnTo>
                  <a:lnTo>
                    <a:pt x="1633993" y="874561"/>
                  </a:lnTo>
                  <a:lnTo>
                    <a:pt x="1666086" y="874561"/>
                  </a:lnTo>
                  <a:lnTo>
                    <a:pt x="1698053" y="874561"/>
                  </a:lnTo>
                  <a:lnTo>
                    <a:pt x="1730147" y="874561"/>
                  </a:lnTo>
                  <a:lnTo>
                    <a:pt x="1762241" y="815850"/>
                  </a:lnTo>
                  <a:lnTo>
                    <a:pt x="1794208" y="815850"/>
                  </a:lnTo>
                  <a:lnTo>
                    <a:pt x="1826302" y="726572"/>
                  </a:lnTo>
                  <a:lnTo>
                    <a:pt x="1858269" y="726572"/>
                  </a:lnTo>
                  <a:lnTo>
                    <a:pt x="1890362" y="726572"/>
                  </a:lnTo>
                  <a:lnTo>
                    <a:pt x="1922329" y="726572"/>
                  </a:lnTo>
                  <a:lnTo>
                    <a:pt x="1954423" y="726572"/>
                  </a:lnTo>
                  <a:lnTo>
                    <a:pt x="1986517" y="726572"/>
                  </a:lnTo>
                  <a:lnTo>
                    <a:pt x="2018484" y="726572"/>
                  </a:lnTo>
                  <a:lnTo>
                    <a:pt x="2050578" y="726572"/>
                  </a:lnTo>
                  <a:lnTo>
                    <a:pt x="2082545" y="655252"/>
                  </a:lnTo>
                  <a:lnTo>
                    <a:pt x="2114638" y="575527"/>
                  </a:lnTo>
                  <a:lnTo>
                    <a:pt x="2146605" y="507263"/>
                  </a:lnTo>
                  <a:lnTo>
                    <a:pt x="2178699" y="507263"/>
                  </a:lnTo>
                  <a:lnTo>
                    <a:pt x="2210793" y="507263"/>
                  </a:lnTo>
                  <a:lnTo>
                    <a:pt x="2242760" y="507263"/>
                  </a:lnTo>
                  <a:lnTo>
                    <a:pt x="2274854" y="507263"/>
                  </a:lnTo>
                  <a:lnTo>
                    <a:pt x="2306821" y="391114"/>
                  </a:lnTo>
                  <a:lnTo>
                    <a:pt x="2338914" y="391114"/>
                  </a:lnTo>
                  <a:lnTo>
                    <a:pt x="2370881" y="391114"/>
                  </a:lnTo>
                  <a:lnTo>
                    <a:pt x="2402975" y="391114"/>
                  </a:lnTo>
                  <a:lnTo>
                    <a:pt x="2435069" y="391114"/>
                  </a:lnTo>
                  <a:lnTo>
                    <a:pt x="2467036" y="391114"/>
                  </a:lnTo>
                  <a:lnTo>
                    <a:pt x="2499130" y="391114"/>
                  </a:lnTo>
                  <a:lnTo>
                    <a:pt x="2531096" y="391114"/>
                  </a:lnTo>
                  <a:lnTo>
                    <a:pt x="2563190" y="391114"/>
                  </a:lnTo>
                  <a:lnTo>
                    <a:pt x="2595157" y="391114"/>
                  </a:lnTo>
                  <a:lnTo>
                    <a:pt x="2627251" y="129650"/>
                  </a:lnTo>
                  <a:lnTo>
                    <a:pt x="2659345" y="129650"/>
                  </a:lnTo>
                  <a:lnTo>
                    <a:pt x="2691312" y="129650"/>
                  </a:lnTo>
                  <a:lnTo>
                    <a:pt x="2723406" y="129650"/>
                  </a:lnTo>
                  <a:lnTo>
                    <a:pt x="2755373" y="129650"/>
                  </a:lnTo>
                  <a:lnTo>
                    <a:pt x="2787466" y="129650"/>
                  </a:lnTo>
                  <a:lnTo>
                    <a:pt x="2819433" y="129650"/>
                  </a:lnTo>
                  <a:lnTo>
                    <a:pt x="2851527" y="129650"/>
                  </a:lnTo>
                  <a:lnTo>
                    <a:pt x="2883621" y="0"/>
                  </a:lnTo>
                  <a:lnTo>
                    <a:pt x="2883621" y="992239"/>
                  </a:lnTo>
                  <a:lnTo>
                    <a:pt x="2851527" y="1069291"/>
                  </a:lnTo>
                  <a:lnTo>
                    <a:pt x="2819433" y="1069291"/>
                  </a:lnTo>
                  <a:lnTo>
                    <a:pt x="2787466" y="1069291"/>
                  </a:lnTo>
                  <a:lnTo>
                    <a:pt x="2755373" y="1069291"/>
                  </a:lnTo>
                  <a:lnTo>
                    <a:pt x="2723406" y="1069291"/>
                  </a:lnTo>
                  <a:lnTo>
                    <a:pt x="2691312" y="1069291"/>
                  </a:lnTo>
                  <a:lnTo>
                    <a:pt x="2659345" y="1069291"/>
                  </a:lnTo>
                  <a:lnTo>
                    <a:pt x="2627251" y="1069291"/>
                  </a:lnTo>
                  <a:lnTo>
                    <a:pt x="2595157" y="1215751"/>
                  </a:lnTo>
                  <a:lnTo>
                    <a:pt x="2563190" y="1215751"/>
                  </a:lnTo>
                  <a:lnTo>
                    <a:pt x="2531096" y="1215751"/>
                  </a:lnTo>
                  <a:lnTo>
                    <a:pt x="2499130" y="1215751"/>
                  </a:lnTo>
                  <a:lnTo>
                    <a:pt x="2467036" y="1215751"/>
                  </a:lnTo>
                  <a:lnTo>
                    <a:pt x="2435069" y="1215751"/>
                  </a:lnTo>
                  <a:lnTo>
                    <a:pt x="2402975" y="1215751"/>
                  </a:lnTo>
                  <a:lnTo>
                    <a:pt x="2370881" y="1215751"/>
                  </a:lnTo>
                  <a:lnTo>
                    <a:pt x="2338914" y="1215751"/>
                  </a:lnTo>
                  <a:lnTo>
                    <a:pt x="2306821" y="1215751"/>
                  </a:lnTo>
                  <a:lnTo>
                    <a:pt x="2274854" y="1284651"/>
                  </a:lnTo>
                  <a:lnTo>
                    <a:pt x="2242760" y="1284651"/>
                  </a:lnTo>
                  <a:lnTo>
                    <a:pt x="2210793" y="1284651"/>
                  </a:lnTo>
                  <a:lnTo>
                    <a:pt x="2178699" y="1284651"/>
                  </a:lnTo>
                  <a:lnTo>
                    <a:pt x="2146605" y="1284651"/>
                  </a:lnTo>
                  <a:lnTo>
                    <a:pt x="2114638" y="1332665"/>
                  </a:lnTo>
                  <a:lnTo>
                    <a:pt x="2082545" y="1383608"/>
                  </a:lnTo>
                  <a:lnTo>
                    <a:pt x="2050578" y="1430221"/>
                  </a:lnTo>
                  <a:lnTo>
                    <a:pt x="2018484" y="1430221"/>
                  </a:lnTo>
                  <a:lnTo>
                    <a:pt x="1986517" y="1430221"/>
                  </a:lnTo>
                  <a:lnTo>
                    <a:pt x="1954423" y="1430221"/>
                  </a:lnTo>
                  <a:lnTo>
                    <a:pt x="1922329" y="1430221"/>
                  </a:lnTo>
                  <a:lnTo>
                    <a:pt x="1890362" y="1430221"/>
                  </a:lnTo>
                  <a:lnTo>
                    <a:pt x="1858269" y="1430221"/>
                  </a:lnTo>
                  <a:lnTo>
                    <a:pt x="1826302" y="1430221"/>
                  </a:lnTo>
                  <a:lnTo>
                    <a:pt x="1794208" y="1482819"/>
                  </a:lnTo>
                  <a:lnTo>
                    <a:pt x="1762241" y="1482819"/>
                  </a:lnTo>
                  <a:lnTo>
                    <a:pt x="1730147" y="1522300"/>
                  </a:lnTo>
                  <a:lnTo>
                    <a:pt x="1698053" y="1522300"/>
                  </a:lnTo>
                  <a:lnTo>
                    <a:pt x="1666086" y="1522300"/>
                  </a:lnTo>
                  <a:lnTo>
                    <a:pt x="1633993" y="1522300"/>
                  </a:lnTo>
                  <a:lnTo>
                    <a:pt x="1602026" y="1522300"/>
                  </a:lnTo>
                  <a:lnTo>
                    <a:pt x="1569932" y="1558087"/>
                  </a:lnTo>
                  <a:lnTo>
                    <a:pt x="1537965" y="1558087"/>
                  </a:lnTo>
                  <a:lnTo>
                    <a:pt x="1505871" y="1595912"/>
                  </a:lnTo>
                  <a:lnTo>
                    <a:pt x="1473777" y="1595912"/>
                  </a:lnTo>
                  <a:lnTo>
                    <a:pt x="1441810" y="1595912"/>
                  </a:lnTo>
                  <a:lnTo>
                    <a:pt x="1409717" y="1595912"/>
                  </a:lnTo>
                  <a:lnTo>
                    <a:pt x="1377750" y="1595912"/>
                  </a:lnTo>
                  <a:lnTo>
                    <a:pt x="1345656" y="1595912"/>
                  </a:lnTo>
                  <a:lnTo>
                    <a:pt x="1313689" y="1630681"/>
                  </a:lnTo>
                  <a:lnTo>
                    <a:pt x="1281595" y="1675001"/>
                  </a:lnTo>
                  <a:lnTo>
                    <a:pt x="1249501" y="1675001"/>
                  </a:lnTo>
                  <a:lnTo>
                    <a:pt x="1217534" y="1675001"/>
                  </a:lnTo>
                  <a:lnTo>
                    <a:pt x="1185441" y="1675001"/>
                  </a:lnTo>
                  <a:lnTo>
                    <a:pt x="1153474" y="1675001"/>
                  </a:lnTo>
                  <a:lnTo>
                    <a:pt x="1121380" y="1706586"/>
                  </a:lnTo>
                  <a:lnTo>
                    <a:pt x="1089413" y="1736260"/>
                  </a:lnTo>
                  <a:lnTo>
                    <a:pt x="1057319" y="1736260"/>
                  </a:lnTo>
                  <a:lnTo>
                    <a:pt x="1025225" y="1736260"/>
                  </a:lnTo>
                  <a:lnTo>
                    <a:pt x="993258" y="1736260"/>
                  </a:lnTo>
                  <a:lnTo>
                    <a:pt x="961165" y="1767080"/>
                  </a:lnTo>
                  <a:lnTo>
                    <a:pt x="929198" y="1767080"/>
                  </a:lnTo>
                  <a:lnTo>
                    <a:pt x="897104" y="1767080"/>
                  </a:lnTo>
                  <a:lnTo>
                    <a:pt x="865137" y="1767080"/>
                  </a:lnTo>
                  <a:lnTo>
                    <a:pt x="833043" y="1793443"/>
                  </a:lnTo>
                  <a:lnTo>
                    <a:pt x="801077" y="1793443"/>
                  </a:lnTo>
                  <a:lnTo>
                    <a:pt x="768983" y="1819934"/>
                  </a:lnTo>
                  <a:lnTo>
                    <a:pt x="736889" y="1819934"/>
                  </a:lnTo>
                  <a:lnTo>
                    <a:pt x="704922" y="1819934"/>
                  </a:lnTo>
                  <a:lnTo>
                    <a:pt x="672828" y="1845914"/>
                  </a:lnTo>
                  <a:lnTo>
                    <a:pt x="640861" y="1845914"/>
                  </a:lnTo>
                  <a:lnTo>
                    <a:pt x="608767" y="1870494"/>
                  </a:lnTo>
                  <a:lnTo>
                    <a:pt x="576801" y="1870494"/>
                  </a:lnTo>
                  <a:lnTo>
                    <a:pt x="544707" y="1896093"/>
                  </a:lnTo>
                  <a:lnTo>
                    <a:pt x="512613" y="1927550"/>
                  </a:lnTo>
                  <a:lnTo>
                    <a:pt x="480646" y="1927550"/>
                  </a:lnTo>
                  <a:lnTo>
                    <a:pt x="448552" y="1927550"/>
                  </a:lnTo>
                  <a:lnTo>
                    <a:pt x="416585" y="1949456"/>
                  </a:lnTo>
                  <a:lnTo>
                    <a:pt x="384491" y="1969451"/>
                  </a:lnTo>
                  <a:lnTo>
                    <a:pt x="352525" y="1969451"/>
                  </a:lnTo>
                  <a:lnTo>
                    <a:pt x="320431" y="1988809"/>
                  </a:lnTo>
                  <a:lnTo>
                    <a:pt x="288337" y="1988809"/>
                  </a:lnTo>
                  <a:lnTo>
                    <a:pt x="256370" y="1988809"/>
                  </a:lnTo>
                  <a:lnTo>
                    <a:pt x="224276" y="2009568"/>
                  </a:lnTo>
                  <a:lnTo>
                    <a:pt x="192309" y="2009568"/>
                  </a:lnTo>
                  <a:lnTo>
                    <a:pt x="160215" y="2009568"/>
                  </a:lnTo>
                  <a:lnTo>
                    <a:pt x="128249" y="2028163"/>
                  </a:lnTo>
                  <a:lnTo>
                    <a:pt x="96155" y="2028163"/>
                  </a:lnTo>
                  <a:lnTo>
                    <a:pt x="64061" y="2050068"/>
                  </a:lnTo>
                  <a:lnTo>
                    <a:pt x="32094" y="2068917"/>
                  </a:lnTo>
                  <a:lnTo>
                    <a:pt x="0" y="2068917"/>
                  </a:lnTo>
                  <a:close/>
                </a:path>
              </a:pathLst>
            </a:custGeom>
            <a:solidFill>
              <a:srgbClr val="00468B">
                <a:alpha val="18000"/>
              </a:srgbClr>
            </a:solidFill>
            <a:ln w="0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A5474698-508A-1C8A-5C77-116B6E45D6B4}"/>
                </a:ext>
              </a:extLst>
            </p:cNvPr>
            <p:cNvSpPr/>
            <p:nvPr/>
          </p:nvSpPr>
          <p:spPr>
            <a:xfrm>
              <a:off x="1261540" y="2994508"/>
              <a:ext cx="2883620" cy="2068916"/>
            </a:xfrm>
            <a:custGeom>
              <a:avLst/>
              <a:gdLst>
                <a:gd name="csX0" fmla="*/ 0 w 2883620"/>
                <a:gd name="csY0" fmla="*/ 2068917 h 2068916"/>
                <a:gd name="csX1" fmla="*/ 32094 w 2883620"/>
                <a:gd name="csY1" fmla="*/ 1856485 h 2068916"/>
                <a:gd name="csX2" fmla="*/ 64061 w 2883620"/>
                <a:gd name="csY2" fmla="*/ 1752689 h 2068916"/>
                <a:gd name="csX3" fmla="*/ 96155 w 2883620"/>
                <a:gd name="csY3" fmla="*/ 1697925 h 2068916"/>
                <a:gd name="csX4" fmla="*/ 128249 w 2883620"/>
                <a:gd name="csY4" fmla="*/ 1697925 h 2068916"/>
                <a:gd name="csX5" fmla="*/ 160215 w 2883620"/>
                <a:gd name="csY5" fmla="*/ 1666978 h 2068916"/>
                <a:gd name="csX6" fmla="*/ 192309 w 2883620"/>
                <a:gd name="csY6" fmla="*/ 1666978 h 2068916"/>
                <a:gd name="csX7" fmla="*/ 224276 w 2883620"/>
                <a:gd name="csY7" fmla="*/ 1666978 h 2068916"/>
                <a:gd name="csX8" fmla="*/ 256370 w 2883620"/>
                <a:gd name="csY8" fmla="*/ 1630936 h 2068916"/>
                <a:gd name="csX9" fmla="*/ 288337 w 2883620"/>
                <a:gd name="csY9" fmla="*/ 1630936 h 2068916"/>
                <a:gd name="csX10" fmla="*/ 320431 w 2883620"/>
                <a:gd name="csY10" fmla="*/ 1630936 h 2068916"/>
                <a:gd name="csX11" fmla="*/ 352525 w 2883620"/>
                <a:gd name="csY11" fmla="*/ 1600115 h 2068916"/>
                <a:gd name="csX12" fmla="*/ 384491 w 2883620"/>
                <a:gd name="csY12" fmla="*/ 1600115 h 2068916"/>
                <a:gd name="csX13" fmla="*/ 416585 w 2883620"/>
                <a:gd name="csY13" fmla="*/ 1568785 h 2068916"/>
                <a:gd name="csX14" fmla="*/ 448552 w 2883620"/>
                <a:gd name="csY14" fmla="*/ 1533125 h 2068916"/>
                <a:gd name="csX15" fmla="*/ 480646 w 2883620"/>
                <a:gd name="csY15" fmla="*/ 1533125 h 2068916"/>
                <a:gd name="csX16" fmla="*/ 512613 w 2883620"/>
                <a:gd name="csY16" fmla="*/ 1533125 h 2068916"/>
                <a:gd name="csX17" fmla="*/ 544707 w 2883620"/>
                <a:gd name="csY17" fmla="*/ 1457093 h 2068916"/>
                <a:gd name="csX18" fmla="*/ 576801 w 2883620"/>
                <a:gd name="csY18" fmla="*/ 1416975 h 2068916"/>
                <a:gd name="csX19" fmla="*/ 608767 w 2883620"/>
                <a:gd name="csY19" fmla="*/ 1416975 h 2068916"/>
                <a:gd name="csX20" fmla="*/ 640861 w 2883620"/>
                <a:gd name="csY20" fmla="*/ 1380297 h 2068916"/>
                <a:gd name="csX21" fmla="*/ 672828 w 2883620"/>
                <a:gd name="csY21" fmla="*/ 1380297 h 2068916"/>
                <a:gd name="csX22" fmla="*/ 704922 w 2883620"/>
                <a:gd name="csY22" fmla="*/ 1341071 h 2068916"/>
                <a:gd name="csX23" fmla="*/ 736889 w 2883620"/>
                <a:gd name="csY23" fmla="*/ 1341071 h 2068916"/>
                <a:gd name="csX24" fmla="*/ 768983 w 2883620"/>
                <a:gd name="csY24" fmla="*/ 1341071 h 2068916"/>
                <a:gd name="csX25" fmla="*/ 801077 w 2883620"/>
                <a:gd name="csY25" fmla="*/ 1301081 h 2068916"/>
                <a:gd name="csX26" fmla="*/ 833043 w 2883620"/>
                <a:gd name="csY26" fmla="*/ 1301081 h 2068916"/>
                <a:gd name="csX27" fmla="*/ 865137 w 2883620"/>
                <a:gd name="csY27" fmla="*/ 1262364 h 2068916"/>
                <a:gd name="csX28" fmla="*/ 897104 w 2883620"/>
                <a:gd name="csY28" fmla="*/ 1262364 h 2068916"/>
                <a:gd name="csX29" fmla="*/ 929198 w 2883620"/>
                <a:gd name="csY29" fmla="*/ 1262364 h 2068916"/>
                <a:gd name="csX30" fmla="*/ 961165 w 2883620"/>
                <a:gd name="csY30" fmla="*/ 1262364 h 2068916"/>
                <a:gd name="csX31" fmla="*/ 993258 w 2883620"/>
                <a:gd name="csY31" fmla="*/ 1213459 h 2068916"/>
                <a:gd name="csX32" fmla="*/ 1025225 w 2883620"/>
                <a:gd name="csY32" fmla="*/ 1213459 h 2068916"/>
                <a:gd name="csX33" fmla="*/ 1057319 w 2883620"/>
                <a:gd name="csY33" fmla="*/ 1213459 h 2068916"/>
                <a:gd name="csX34" fmla="*/ 1089413 w 2883620"/>
                <a:gd name="csY34" fmla="*/ 1213459 h 2068916"/>
                <a:gd name="csX35" fmla="*/ 1121380 w 2883620"/>
                <a:gd name="csY35" fmla="*/ 1169139 h 2068916"/>
                <a:gd name="csX36" fmla="*/ 1153474 w 2883620"/>
                <a:gd name="csY36" fmla="*/ 1121634 h 2068916"/>
                <a:gd name="csX37" fmla="*/ 1185441 w 2883620"/>
                <a:gd name="csY37" fmla="*/ 1121634 h 2068916"/>
                <a:gd name="csX38" fmla="*/ 1217534 w 2883620"/>
                <a:gd name="csY38" fmla="*/ 1121634 h 2068916"/>
                <a:gd name="csX39" fmla="*/ 1249501 w 2883620"/>
                <a:gd name="csY39" fmla="*/ 1121634 h 2068916"/>
                <a:gd name="csX40" fmla="*/ 1281595 w 2883620"/>
                <a:gd name="csY40" fmla="*/ 1121634 h 2068916"/>
                <a:gd name="csX41" fmla="*/ 1313689 w 2883620"/>
                <a:gd name="csY41" fmla="*/ 1034267 h 2068916"/>
                <a:gd name="csX42" fmla="*/ 1345656 w 2883620"/>
                <a:gd name="csY42" fmla="*/ 983579 h 2068916"/>
                <a:gd name="csX43" fmla="*/ 1377750 w 2883620"/>
                <a:gd name="csY43" fmla="*/ 983579 h 2068916"/>
                <a:gd name="csX44" fmla="*/ 1409717 w 2883620"/>
                <a:gd name="csY44" fmla="*/ 983579 h 2068916"/>
                <a:gd name="csX45" fmla="*/ 1441810 w 2883620"/>
                <a:gd name="csY45" fmla="*/ 983579 h 2068916"/>
                <a:gd name="csX46" fmla="*/ 1473777 w 2883620"/>
                <a:gd name="csY46" fmla="*/ 983579 h 2068916"/>
                <a:gd name="csX47" fmla="*/ 1505871 w 2883620"/>
                <a:gd name="csY47" fmla="*/ 983579 h 2068916"/>
                <a:gd name="csX48" fmla="*/ 1537965 w 2883620"/>
                <a:gd name="csY48" fmla="*/ 926014 h 2068916"/>
                <a:gd name="csX49" fmla="*/ 1569932 w 2883620"/>
                <a:gd name="csY49" fmla="*/ 926014 h 2068916"/>
                <a:gd name="csX50" fmla="*/ 1602026 w 2883620"/>
                <a:gd name="csY50" fmla="*/ 874561 h 2068916"/>
                <a:gd name="csX51" fmla="*/ 1633993 w 2883620"/>
                <a:gd name="csY51" fmla="*/ 874561 h 2068916"/>
                <a:gd name="csX52" fmla="*/ 1666086 w 2883620"/>
                <a:gd name="csY52" fmla="*/ 874561 h 2068916"/>
                <a:gd name="csX53" fmla="*/ 1698053 w 2883620"/>
                <a:gd name="csY53" fmla="*/ 874561 h 2068916"/>
                <a:gd name="csX54" fmla="*/ 1730147 w 2883620"/>
                <a:gd name="csY54" fmla="*/ 874561 h 2068916"/>
                <a:gd name="csX55" fmla="*/ 1762241 w 2883620"/>
                <a:gd name="csY55" fmla="*/ 815850 h 2068916"/>
                <a:gd name="csX56" fmla="*/ 1794208 w 2883620"/>
                <a:gd name="csY56" fmla="*/ 815850 h 2068916"/>
                <a:gd name="csX57" fmla="*/ 1826302 w 2883620"/>
                <a:gd name="csY57" fmla="*/ 726572 h 2068916"/>
                <a:gd name="csX58" fmla="*/ 1858269 w 2883620"/>
                <a:gd name="csY58" fmla="*/ 726572 h 2068916"/>
                <a:gd name="csX59" fmla="*/ 1890362 w 2883620"/>
                <a:gd name="csY59" fmla="*/ 726572 h 2068916"/>
                <a:gd name="csX60" fmla="*/ 1922329 w 2883620"/>
                <a:gd name="csY60" fmla="*/ 726572 h 2068916"/>
                <a:gd name="csX61" fmla="*/ 1954423 w 2883620"/>
                <a:gd name="csY61" fmla="*/ 726572 h 2068916"/>
                <a:gd name="csX62" fmla="*/ 1986517 w 2883620"/>
                <a:gd name="csY62" fmla="*/ 726572 h 2068916"/>
                <a:gd name="csX63" fmla="*/ 2018484 w 2883620"/>
                <a:gd name="csY63" fmla="*/ 726572 h 2068916"/>
                <a:gd name="csX64" fmla="*/ 2050578 w 2883620"/>
                <a:gd name="csY64" fmla="*/ 726572 h 2068916"/>
                <a:gd name="csX65" fmla="*/ 2082545 w 2883620"/>
                <a:gd name="csY65" fmla="*/ 655252 h 2068916"/>
                <a:gd name="csX66" fmla="*/ 2114638 w 2883620"/>
                <a:gd name="csY66" fmla="*/ 575527 h 2068916"/>
                <a:gd name="csX67" fmla="*/ 2146605 w 2883620"/>
                <a:gd name="csY67" fmla="*/ 507263 h 2068916"/>
                <a:gd name="csX68" fmla="*/ 2178699 w 2883620"/>
                <a:gd name="csY68" fmla="*/ 507263 h 2068916"/>
                <a:gd name="csX69" fmla="*/ 2210793 w 2883620"/>
                <a:gd name="csY69" fmla="*/ 507263 h 2068916"/>
                <a:gd name="csX70" fmla="*/ 2242760 w 2883620"/>
                <a:gd name="csY70" fmla="*/ 507263 h 2068916"/>
                <a:gd name="csX71" fmla="*/ 2274854 w 2883620"/>
                <a:gd name="csY71" fmla="*/ 507263 h 2068916"/>
                <a:gd name="csX72" fmla="*/ 2306821 w 2883620"/>
                <a:gd name="csY72" fmla="*/ 391114 h 2068916"/>
                <a:gd name="csX73" fmla="*/ 2338914 w 2883620"/>
                <a:gd name="csY73" fmla="*/ 391114 h 2068916"/>
                <a:gd name="csX74" fmla="*/ 2370881 w 2883620"/>
                <a:gd name="csY74" fmla="*/ 391114 h 2068916"/>
                <a:gd name="csX75" fmla="*/ 2402975 w 2883620"/>
                <a:gd name="csY75" fmla="*/ 391114 h 2068916"/>
                <a:gd name="csX76" fmla="*/ 2435069 w 2883620"/>
                <a:gd name="csY76" fmla="*/ 391114 h 2068916"/>
                <a:gd name="csX77" fmla="*/ 2467036 w 2883620"/>
                <a:gd name="csY77" fmla="*/ 391114 h 2068916"/>
                <a:gd name="csX78" fmla="*/ 2499130 w 2883620"/>
                <a:gd name="csY78" fmla="*/ 391114 h 2068916"/>
                <a:gd name="csX79" fmla="*/ 2531096 w 2883620"/>
                <a:gd name="csY79" fmla="*/ 391114 h 2068916"/>
                <a:gd name="csX80" fmla="*/ 2563190 w 2883620"/>
                <a:gd name="csY80" fmla="*/ 391114 h 2068916"/>
                <a:gd name="csX81" fmla="*/ 2595157 w 2883620"/>
                <a:gd name="csY81" fmla="*/ 391114 h 2068916"/>
                <a:gd name="csX82" fmla="*/ 2627251 w 2883620"/>
                <a:gd name="csY82" fmla="*/ 129650 h 2068916"/>
                <a:gd name="csX83" fmla="*/ 2659345 w 2883620"/>
                <a:gd name="csY83" fmla="*/ 129650 h 2068916"/>
                <a:gd name="csX84" fmla="*/ 2691312 w 2883620"/>
                <a:gd name="csY84" fmla="*/ 129650 h 2068916"/>
                <a:gd name="csX85" fmla="*/ 2723406 w 2883620"/>
                <a:gd name="csY85" fmla="*/ 129650 h 2068916"/>
                <a:gd name="csX86" fmla="*/ 2755373 w 2883620"/>
                <a:gd name="csY86" fmla="*/ 129650 h 2068916"/>
                <a:gd name="csX87" fmla="*/ 2787466 w 2883620"/>
                <a:gd name="csY87" fmla="*/ 129650 h 2068916"/>
                <a:gd name="csX88" fmla="*/ 2819433 w 2883620"/>
                <a:gd name="csY88" fmla="*/ 129650 h 2068916"/>
                <a:gd name="csX89" fmla="*/ 2851527 w 2883620"/>
                <a:gd name="csY89" fmla="*/ 129650 h 2068916"/>
                <a:gd name="csX90" fmla="*/ 2883621 w 2883620"/>
                <a:gd name="csY90" fmla="*/ 0 h 20689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</a:cxnLst>
              <a:rect l="l" t="t" r="r" b="b"/>
              <a:pathLst>
                <a:path w="2883620" h="2068916">
                  <a:moveTo>
                    <a:pt x="0" y="2068917"/>
                  </a:moveTo>
                  <a:lnTo>
                    <a:pt x="32094" y="1856485"/>
                  </a:lnTo>
                  <a:lnTo>
                    <a:pt x="64061" y="1752689"/>
                  </a:lnTo>
                  <a:lnTo>
                    <a:pt x="96155" y="1697925"/>
                  </a:lnTo>
                  <a:lnTo>
                    <a:pt x="128249" y="1697925"/>
                  </a:lnTo>
                  <a:lnTo>
                    <a:pt x="160215" y="1666978"/>
                  </a:lnTo>
                  <a:lnTo>
                    <a:pt x="192309" y="1666978"/>
                  </a:lnTo>
                  <a:lnTo>
                    <a:pt x="224276" y="1666978"/>
                  </a:lnTo>
                  <a:lnTo>
                    <a:pt x="256370" y="1630936"/>
                  </a:lnTo>
                  <a:lnTo>
                    <a:pt x="288337" y="1630936"/>
                  </a:lnTo>
                  <a:lnTo>
                    <a:pt x="320431" y="1630936"/>
                  </a:lnTo>
                  <a:lnTo>
                    <a:pt x="352525" y="1600115"/>
                  </a:lnTo>
                  <a:lnTo>
                    <a:pt x="384491" y="1600115"/>
                  </a:lnTo>
                  <a:lnTo>
                    <a:pt x="416585" y="1568785"/>
                  </a:lnTo>
                  <a:lnTo>
                    <a:pt x="448552" y="1533125"/>
                  </a:lnTo>
                  <a:lnTo>
                    <a:pt x="480646" y="1533125"/>
                  </a:lnTo>
                  <a:lnTo>
                    <a:pt x="512613" y="1533125"/>
                  </a:lnTo>
                  <a:lnTo>
                    <a:pt x="544707" y="1457093"/>
                  </a:lnTo>
                  <a:lnTo>
                    <a:pt x="576801" y="1416975"/>
                  </a:lnTo>
                  <a:lnTo>
                    <a:pt x="608767" y="1416975"/>
                  </a:lnTo>
                  <a:lnTo>
                    <a:pt x="640861" y="1380297"/>
                  </a:lnTo>
                  <a:lnTo>
                    <a:pt x="672828" y="1380297"/>
                  </a:lnTo>
                  <a:lnTo>
                    <a:pt x="704922" y="1341071"/>
                  </a:lnTo>
                  <a:lnTo>
                    <a:pt x="736889" y="1341071"/>
                  </a:lnTo>
                  <a:lnTo>
                    <a:pt x="768983" y="1341071"/>
                  </a:lnTo>
                  <a:lnTo>
                    <a:pt x="801077" y="1301081"/>
                  </a:lnTo>
                  <a:lnTo>
                    <a:pt x="833043" y="1301081"/>
                  </a:lnTo>
                  <a:lnTo>
                    <a:pt x="865137" y="1262364"/>
                  </a:lnTo>
                  <a:lnTo>
                    <a:pt x="897104" y="1262364"/>
                  </a:lnTo>
                  <a:lnTo>
                    <a:pt x="929198" y="1262364"/>
                  </a:lnTo>
                  <a:lnTo>
                    <a:pt x="961165" y="1262364"/>
                  </a:lnTo>
                  <a:lnTo>
                    <a:pt x="993258" y="1213459"/>
                  </a:lnTo>
                  <a:lnTo>
                    <a:pt x="1025225" y="1213459"/>
                  </a:lnTo>
                  <a:lnTo>
                    <a:pt x="1057319" y="1213459"/>
                  </a:lnTo>
                  <a:lnTo>
                    <a:pt x="1089413" y="1213459"/>
                  </a:lnTo>
                  <a:lnTo>
                    <a:pt x="1121380" y="1169139"/>
                  </a:lnTo>
                  <a:lnTo>
                    <a:pt x="1153474" y="1121634"/>
                  </a:lnTo>
                  <a:lnTo>
                    <a:pt x="1185441" y="1121634"/>
                  </a:lnTo>
                  <a:lnTo>
                    <a:pt x="1217534" y="1121634"/>
                  </a:lnTo>
                  <a:lnTo>
                    <a:pt x="1249501" y="1121634"/>
                  </a:lnTo>
                  <a:lnTo>
                    <a:pt x="1281595" y="1121634"/>
                  </a:lnTo>
                  <a:lnTo>
                    <a:pt x="1313689" y="1034267"/>
                  </a:lnTo>
                  <a:lnTo>
                    <a:pt x="1345656" y="983579"/>
                  </a:lnTo>
                  <a:lnTo>
                    <a:pt x="1377750" y="983579"/>
                  </a:lnTo>
                  <a:lnTo>
                    <a:pt x="1409717" y="983579"/>
                  </a:lnTo>
                  <a:lnTo>
                    <a:pt x="1441810" y="983579"/>
                  </a:lnTo>
                  <a:lnTo>
                    <a:pt x="1473777" y="983579"/>
                  </a:lnTo>
                  <a:lnTo>
                    <a:pt x="1505871" y="983579"/>
                  </a:lnTo>
                  <a:lnTo>
                    <a:pt x="1537965" y="926014"/>
                  </a:lnTo>
                  <a:lnTo>
                    <a:pt x="1569932" y="926014"/>
                  </a:lnTo>
                  <a:lnTo>
                    <a:pt x="1602026" y="874561"/>
                  </a:lnTo>
                  <a:lnTo>
                    <a:pt x="1633993" y="874561"/>
                  </a:lnTo>
                  <a:lnTo>
                    <a:pt x="1666086" y="874561"/>
                  </a:lnTo>
                  <a:lnTo>
                    <a:pt x="1698053" y="874561"/>
                  </a:lnTo>
                  <a:lnTo>
                    <a:pt x="1730147" y="874561"/>
                  </a:lnTo>
                  <a:lnTo>
                    <a:pt x="1762241" y="815850"/>
                  </a:lnTo>
                  <a:lnTo>
                    <a:pt x="1794208" y="815850"/>
                  </a:lnTo>
                  <a:lnTo>
                    <a:pt x="1826302" y="726572"/>
                  </a:lnTo>
                  <a:lnTo>
                    <a:pt x="1858269" y="726572"/>
                  </a:lnTo>
                  <a:lnTo>
                    <a:pt x="1890362" y="726572"/>
                  </a:lnTo>
                  <a:lnTo>
                    <a:pt x="1922329" y="726572"/>
                  </a:lnTo>
                  <a:lnTo>
                    <a:pt x="1954423" y="726572"/>
                  </a:lnTo>
                  <a:lnTo>
                    <a:pt x="1986517" y="726572"/>
                  </a:lnTo>
                  <a:lnTo>
                    <a:pt x="2018484" y="726572"/>
                  </a:lnTo>
                  <a:lnTo>
                    <a:pt x="2050578" y="726572"/>
                  </a:lnTo>
                  <a:lnTo>
                    <a:pt x="2082545" y="655252"/>
                  </a:lnTo>
                  <a:lnTo>
                    <a:pt x="2114638" y="575527"/>
                  </a:lnTo>
                  <a:lnTo>
                    <a:pt x="2146605" y="507263"/>
                  </a:lnTo>
                  <a:lnTo>
                    <a:pt x="2178699" y="507263"/>
                  </a:lnTo>
                  <a:lnTo>
                    <a:pt x="2210793" y="507263"/>
                  </a:lnTo>
                  <a:lnTo>
                    <a:pt x="2242760" y="507263"/>
                  </a:lnTo>
                  <a:lnTo>
                    <a:pt x="2274854" y="507263"/>
                  </a:lnTo>
                  <a:lnTo>
                    <a:pt x="2306821" y="391114"/>
                  </a:lnTo>
                  <a:lnTo>
                    <a:pt x="2338914" y="391114"/>
                  </a:lnTo>
                  <a:lnTo>
                    <a:pt x="2370881" y="391114"/>
                  </a:lnTo>
                  <a:lnTo>
                    <a:pt x="2402975" y="391114"/>
                  </a:lnTo>
                  <a:lnTo>
                    <a:pt x="2435069" y="391114"/>
                  </a:lnTo>
                  <a:lnTo>
                    <a:pt x="2467036" y="391114"/>
                  </a:lnTo>
                  <a:lnTo>
                    <a:pt x="2499130" y="391114"/>
                  </a:lnTo>
                  <a:lnTo>
                    <a:pt x="2531096" y="391114"/>
                  </a:lnTo>
                  <a:lnTo>
                    <a:pt x="2563190" y="391114"/>
                  </a:lnTo>
                  <a:lnTo>
                    <a:pt x="2595157" y="391114"/>
                  </a:lnTo>
                  <a:lnTo>
                    <a:pt x="2627251" y="129650"/>
                  </a:lnTo>
                  <a:lnTo>
                    <a:pt x="2659345" y="129650"/>
                  </a:lnTo>
                  <a:lnTo>
                    <a:pt x="2691312" y="129650"/>
                  </a:lnTo>
                  <a:lnTo>
                    <a:pt x="2723406" y="129650"/>
                  </a:lnTo>
                  <a:lnTo>
                    <a:pt x="2755373" y="129650"/>
                  </a:lnTo>
                  <a:lnTo>
                    <a:pt x="2787466" y="129650"/>
                  </a:lnTo>
                  <a:lnTo>
                    <a:pt x="2819433" y="129650"/>
                  </a:lnTo>
                  <a:lnTo>
                    <a:pt x="2851527" y="129650"/>
                  </a:lnTo>
                  <a:lnTo>
                    <a:pt x="2883621" y="0"/>
                  </a:lnTo>
                </a:path>
              </a:pathLst>
            </a:custGeom>
            <a:noFill/>
            <a:ln w="14770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B5C520E9-AF2E-0A99-A5D0-328EE59D8877}"/>
                </a:ext>
              </a:extLst>
            </p:cNvPr>
            <p:cNvSpPr/>
            <p:nvPr/>
          </p:nvSpPr>
          <p:spPr>
            <a:xfrm>
              <a:off x="1261540" y="3986747"/>
              <a:ext cx="2883620" cy="1076677"/>
            </a:xfrm>
            <a:custGeom>
              <a:avLst/>
              <a:gdLst>
                <a:gd name="csX0" fmla="*/ 2883621 w 2883620"/>
                <a:gd name="csY0" fmla="*/ 0 h 1076677"/>
                <a:gd name="csX1" fmla="*/ 2851527 w 2883620"/>
                <a:gd name="csY1" fmla="*/ 77051 h 1076677"/>
                <a:gd name="csX2" fmla="*/ 2819433 w 2883620"/>
                <a:gd name="csY2" fmla="*/ 77051 h 1076677"/>
                <a:gd name="csX3" fmla="*/ 2787466 w 2883620"/>
                <a:gd name="csY3" fmla="*/ 77051 h 1076677"/>
                <a:gd name="csX4" fmla="*/ 2755373 w 2883620"/>
                <a:gd name="csY4" fmla="*/ 77051 h 1076677"/>
                <a:gd name="csX5" fmla="*/ 2723406 w 2883620"/>
                <a:gd name="csY5" fmla="*/ 77051 h 1076677"/>
                <a:gd name="csX6" fmla="*/ 2691312 w 2883620"/>
                <a:gd name="csY6" fmla="*/ 77051 h 1076677"/>
                <a:gd name="csX7" fmla="*/ 2659345 w 2883620"/>
                <a:gd name="csY7" fmla="*/ 77051 h 1076677"/>
                <a:gd name="csX8" fmla="*/ 2627251 w 2883620"/>
                <a:gd name="csY8" fmla="*/ 77051 h 1076677"/>
                <a:gd name="csX9" fmla="*/ 2595157 w 2883620"/>
                <a:gd name="csY9" fmla="*/ 223512 h 1076677"/>
                <a:gd name="csX10" fmla="*/ 2563190 w 2883620"/>
                <a:gd name="csY10" fmla="*/ 223512 h 1076677"/>
                <a:gd name="csX11" fmla="*/ 2531096 w 2883620"/>
                <a:gd name="csY11" fmla="*/ 223512 h 1076677"/>
                <a:gd name="csX12" fmla="*/ 2499130 w 2883620"/>
                <a:gd name="csY12" fmla="*/ 223512 h 1076677"/>
                <a:gd name="csX13" fmla="*/ 2467036 w 2883620"/>
                <a:gd name="csY13" fmla="*/ 223512 h 1076677"/>
                <a:gd name="csX14" fmla="*/ 2435069 w 2883620"/>
                <a:gd name="csY14" fmla="*/ 223512 h 1076677"/>
                <a:gd name="csX15" fmla="*/ 2402975 w 2883620"/>
                <a:gd name="csY15" fmla="*/ 223512 h 1076677"/>
                <a:gd name="csX16" fmla="*/ 2370881 w 2883620"/>
                <a:gd name="csY16" fmla="*/ 223512 h 1076677"/>
                <a:gd name="csX17" fmla="*/ 2338914 w 2883620"/>
                <a:gd name="csY17" fmla="*/ 223512 h 1076677"/>
                <a:gd name="csX18" fmla="*/ 2306821 w 2883620"/>
                <a:gd name="csY18" fmla="*/ 223512 h 1076677"/>
                <a:gd name="csX19" fmla="*/ 2274854 w 2883620"/>
                <a:gd name="csY19" fmla="*/ 292412 h 1076677"/>
                <a:gd name="csX20" fmla="*/ 2242760 w 2883620"/>
                <a:gd name="csY20" fmla="*/ 292412 h 1076677"/>
                <a:gd name="csX21" fmla="*/ 2210793 w 2883620"/>
                <a:gd name="csY21" fmla="*/ 292412 h 1076677"/>
                <a:gd name="csX22" fmla="*/ 2178699 w 2883620"/>
                <a:gd name="csY22" fmla="*/ 292412 h 1076677"/>
                <a:gd name="csX23" fmla="*/ 2146605 w 2883620"/>
                <a:gd name="csY23" fmla="*/ 292412 h 1076677"/>
                <a:gd name="csX24" fmla="*/ 2114638 w 2883620"/>
                <a:gd name="csY24" fmla="*/ 340426 h 1076677"/>
                <a:gd name="csX25" fmla="*/ 2082545 w 2883620"/>
                <a:gd name="csY25" fmla="*/ 391368 h 1076677"/>
                <a:gd name="csX26" fmla="*/ 2050578 w 2883620"/>
                <a:gd name="csY26" fmla="*/ 437981 h 1076677"/>
                <a:gd name="csX27" fmla="*/ 2018484 w 2883620"/>
                <a:gd name="csY27" fmla="*/ 437981 h 1076677"/>
                <a:gd name="csX28" fmla="*/ 1986517 w 2883620"/>
                <a:gd name="csY28" fmla="*/ 437981 h 1076677"/>
                <a:gd name="csX29" fmla="*/ 1954423 w 2883620"/>
                <a:gd name="csY29" fmla="*/ 437981 h 1076677"/>
                <a:gd name="csX30" fmla="*/ 1922329 w 2883620"/>
                <a:gd name="csY30" fmla="*/ 437981 h 1076677"/>
                <a:gd name="csX31" fmla="*/ 1890362 w 2883620"/>
                <a:gd name="csY31" fmla="*/ 437981 h 1076677"/>
                <a:gd name="csX32" fmla="*/ 1858269 w 2883620"/>
                <a:gd name="csY32" fmla="*/ 437981 h 1076677"/>
                <a:gd name="csX33" fmla="*/ 1826302 w 2883620"/>
                <a:gd name="csY33" fmla="*/ 437981 h 1076677"/>
                <a:gd name="csX34" fmla="*/ 1794208 w 2883620"/>
                <a:gd name="csY34" fmla="*/ 490580 h 1076677"/>
                <a:gd name="csX35" fmla="*/ 1762241 w 2883620"/>
                <a:gd name="csY35" fmla="*/ 490580 h 1076677"/>
                <a:gd name="csX36" fmla="*/ 1730147 w 2883620"/>
                <a:gd name="csY36" fmla="*/ 530060 h 1076677"/>
                <a:gd name="csX37" fmla="*/ 1698053 w 2883620"/>
                <a:gd name="csY37" fmla="*/ 530060 h 1076677"/>
                <a:gd name="csX38" fmla="*/ 1666086 w 2883620"/>
                <a:gd name="csY38" fmla="*/ 530060 h 1076677"/>
                <a:gd name="csX39" fmla="*/ 1633993 w 2883620"/>
                <a:gd name="csY39" fmla="*/ 530060 h 1076677"/>
                <a:gd name="csX40" fmla="*/ 1602026 w 2883620"/>
                <a:gd name="csY40" fmla="*/ 530060 h 1076677"/>
                <a:gd name="csX41" fmla="*/ 1569932 w 2883620"/>
                <a:gd name="csY41" fmla="*/ 565848 h 1076677"/>
                <a:gd name="csX42" fmla="*/ 1537965 w 2883620"/>
                <a:gd name="csY42" fmla="*/ 565848 h 1076677"/>
                <a:gd name="csX43" fmla="*/ 1505871 w 2883620"/>
                <a:gd name="csY43" fmla="*/ 603673 h 1076677"/>
                <a:gd name="csX44" fmla="*/ 1473777 w 2883620"/>
                <a:gd name="csY44" fmla="*/ 603673 h 1076677"/>
                <a:gd name="csX45" fmla="*/ 1441810 w 2883620"/>
                <a:gd name="csY45" fmla="*/ 603673 h 1076677"/>
                <a:gd name="csX46" fmla="*/ 1409717 w 2883620"/>
                <a:gd name="csY46" fmla="*/ 603673 h 1076677"/>
                <a:gd name="csX47" fmla="*/ 1377750 w 2883620"/>
                <a:gd name="csY47" fmla="*/ 603673 h 1076677"/>
                <a:gd name="csX48" fmla="*/ 1345656 w 2883620"/>
                <a:gd name="csY48" fmla="*/ 603673 h 1076677"/>
                <a:gd name="csX49" fmla="*/ 1313689 w 2883620"/>
                <a:gd name="csY49" fmla="*/ 638441 h 1076677"/>
                <a:gd name="csX50" fmla="*/ 1281595 w 2883620"/>
                <a:gd name="csY50" fmla="*/ 682762 h 1076677"/>
                <a:gd name="csX51" fmla="*/ 1249501 w 2883620"/>
                <a:gd name="csY51" fmla="*/ 682762 h 1076677"/>
                <a:gd name="csX52" fmla="*/ 1217534 w 2883620"/>
                <a:gd name="csY52" fmla="*/ 682762 h 1076677"/>
                <a:gd name="csX53" fmla="*/ 1185441 w 2883620"/>
                <a:gd name="csY53" fmla="*/ 682762 h 1076677"/>
                <a:gd name="csX54" fmla="*/ 1153474 w 2883620"/>
                <a:gd name="csY54" fmla="*/ 682762 h 1076677"/>
                <a:gd name="csX55" fmla="*/ 1121380 w 2883620"/>
                <a:gd name="csY55" fmla="*/ 714346 h 1076677"/>
                <a:gd name="csX56" fmla="*/ 1089413 w 2883620"/>
                <a:gd name="csY56" fmla="*/ 744020 h 1076677"/>
                <a:gd name="csX57" fmla="*/ 1057319 w 2883620"/>
                <a:gd name="csY57" fmla="*/ 744020 h 1076677"/>
                <a:gd name="csX58" fmla="*/ 1025225 w 2883620"/>
                <a:gd name="csY58" fmla="*/ 744020 h 1076677"/>
                <a:gd name="csX59" fmla="*/ 993258 w 2883620"/>
                <a:gd name="csY59" fmla="*/ 744020 h 1076677"/>
                <a:gd name="csX60" fmla="*/ 961165 w 2883620"/>
                <a:gd name="csY60" fmla="*/ 774841 h 1076677"/>
                <a:gd name="csX61" fmla="*/ 929198 w 2883620"/>
                <a:gd name="csY61" fmla="*/ 774841 h 1076677"/>
                <a:gd name="csX62" fmla="*/ 897104 w 2883620"/>
                <a:gd name="csY62" fmla="*/ 774841 h 1076677"/>
                <a:gd name="csX63" fmla="*/ 865137 w 2883620"/>
                <a:gd name="csY63" fmla="*/ 774841 h 1076677"/>
                <a:gd name="csX64" fmla="*/ 833043 w 2883620"/>
                <a:gd name="csY64" fmla="*/ 801204 h 1076677"/>
                <a:gd name="csX65" fmla="*/ 801077 w 2883620"/>
                <a:gd name="csY65" fmla="*/ 801204 h 1076677"/>
                <a:gd name="csX66" fmla="*/ 768983 w 2883620"/>
                <a:gd name="csY66" fmla="*/ 827694 h 1076677"/>
                <a:gd name="csX67" fmla="*/ 736889 w 2883620"/>
                <a:gd name="csY67" fmla="*/ 827694 h 1076677"/>
                <a:gd name="csX68" fmla="*/ 704922 w 2883620"/>
                <a:gd name="csY68" fmla="*/ 827694 h 1076677"/>
                <a:gd name="csX69" fmla="*/ 672828 w 2883620"/>
                <a:gd name="csY69" fmla="*/ 853675 h 1076677"/>
                <a:gd name="csX70" fmla="*/ 640861 w 2883620"/>
                <a:gd name="csY70" fmla="*/ 853675 h 1076677"/>
                <a:gd name="csX71" fmla="*/ 608767 w 2883620"/>
                <a:gd name="csY71" fmla="*/ 878255 h 1076677"/>
                <a:gd name="csX72" fmla="*/ 576801 w 2883620"/>
                <a:gd name="csY72" fmla="*/ 878255 h 1076677"/>
                <a:gd name="csX73" fmla="*/ 544707 w 2883620"/>
                <a:gd name="csY73" fmla="*/ 903853 h 1076677"/>
                <a:gd name="csX74" fmla="*/ 512613 w 2883620"/>
                <a:gd name="csY74" fmla="*/ 935311 h 1076677"/>
                <a:gd name="csX75" fmla="*/ 480646 w 2883620"/>
                <a:gd name="csY75" fmla="*/ 935311 h 1076677"/>
                <a:gd name="csX76" fmla="*/ 448552 w 2883620"/>
                <a:gd name="csY76" fmla="*/ 935311 h 1076677"/>
                <a:gd name="csX77" fmla="*/ 416585 w 2883620"/>
                <a:gd name="csY77" fmla="*/ 957216 h 1076677"/>
                <a:gd name="csX78" fmla="*/ 384491 w 2883620"/>
                <a:gd name="csY78" fmla="*/ 977211 h 1076677"/>
                <a:gd name="csX79" fmla="*/ 352525 w 2883620"/>
                <a:gd name="csY79" fmla="*/ 977211 h 1076677"/>
                <a:gd name="csX80" fmla="*/ 320431 w 2883620"/>
                <a:gd name="csY80" fmla="*/ 996569 h 1076677"/>
                <a:gd name="csX81" fmla="*/ 288337 w 2883620"/>
                <a:gd name="csY81" fmla="*/ 996569 h 1076677"/>
                <a:gd name="csX82" fmla="*/ 256370 w 2883620"/>
                <a:gd name="csY82" fmla="*/ 996569 h 1076677"/>
                <a:gd name="csX83" fmla="*/ 224276 w 2883620"/>
                <a:gd name="csY83" fmla="*/ 1017329 h 1076677"/>
                <a:gd name="csX84" fmla="*/ 192309 w 2883620"/>
                <a:gd name="csY84" fmla="*/ 1017329 h 1076677"/>
                <a:gd name="csX85" fmla="*/ 160215 w 2883620"/>
                <a:gd name="csY85" fmla="*/ 1017329 h 1076677"/>
                <a:gd name="csX86" fmla="*/ 128249 w 2883620"/>
                <a:gd name="csY86" fmla="*/ 1035923 h 1076677"/>
                <a:gd name="csX87" fmla="*/ 96155 w 2883620"/>
                <a:gd name="csY87" fmla="*/ 1035923 h 1076677"/>
                <a:gd name="csX88" fmla="*/ 64061 w 2883620"/>
                <a:gd name="csY88" fmla="*/ 1057829 h 1076677"/>
                <a:gd name="csX89" fmla="*/ 32094 w 2883620"/>
                <a:gd name="csY89" fmla="*/ 1076677 h 1076677"/>
                <a:gd name="csX90" fmla="*/ 0 w 2883620"/>
                <a:gd name="csY90" fmla="*/ 1076677 h 1076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</a:cxnLst>
              <a:rect l="l" t="t" r="r" b="b"/>
              <a:pathLst>
                <a:path w="2883620" h="1076677">
                  <a:moveTo>
                    <a:pt x="2883621" y="0"/>
                  </a:moveTo>
                  <a:lnTo>
                    <a:pt x="2851527" y="77051"/>
                  </a:lnTo>
                  <a:lnTo>
                    <a:pt x="2819433" y="77051"/>
                  </a:lnTo>
                  <a:lnTo>
                    <a:pt x="2787466" y="77051"/>
                  </a:lnTo>
                  <a:lnTo>
                    <a:pt x="2755373" y="77051"/>
                  </a:lnTo>
                  <a:lnTo>
                    <a:pt x="2723406" y="77051"/>
                  </a:lnTo>
                  <a:lnTo>
                    <a:pt x="2691312" y="77051"/>
                  </a:lnTo>
                  <a:lnTo>
                    <a:pt x="2659345" y="77051"/>
                  </a:lnTo>
                  <a:lnTo>
                    <a:pt x="2627251" y="77051"/>
                  </a:lnTo>
                  <a:lnTo>
                    <a:pt x="2595157" y="223512"/>
                  </a:lnTo>
                  <a:lnTo>
                    <a:pt x="2563190" y="223512"/>
                  </a:lnTo>
                  <a:lnTo>
                    <a:pt x="2531096" y="223512"/>
                  </a:lnTo>
                  <a:lnTo>
                    <a:pt x="2499130" y="223512"/>
                  </a:lnTo>
                  <a:lnTo>
                    <a:pt x="2467036" y="223512"/>
                  </a:lnTo>
                  <a:lnTo>
                    <a:pt x="2435069" y="223512"/>
                  </a:lnTo>
                  <a:lnTo>
                    <a:pt x="2402975" y="223512"/>
                  </a:lnTo>
                  <a:lnTo>
                    <a:pt x="2370881" y="223512"/>
                  </a:lnTo>
                  <a:lnTo>
                    <a:pt x="2338914" y="223512"/>
                  </a:lnTo>
                  <a:lnTo>
                    <a:pt x="2306821" y="223512"/>
                  </a:lnTo>
                  <a:lnTo>
                    <a:pt x="2274854" y="292412"/>
                  </a:lnTo>
                  <a:lnTo>
                    <a:pt x="2242760" y="292412"/>
                  </a:lnTo>
                  <a:lnTo>
                    <a:pt x="2210793" y="292412"/>
                  </a:lnTo>
                  <a:lnTo>
                    <a:pt x="2178699" y="292412"/>
                  </a:lnTo>
                  <a:lnTo>
                    <a:pt x="2146605" y="292412"/>
                  </a:lnTo>
                  <a:lnTo>
                    <a:pt x="2114638" y="340426"/>
                  </a:lnTo>
                  <a:lnTo>
                    <a:pt x="2082545" y="391368"/>
                  </a:lnTo>
                  <a:lnTo>
                    <a:pt x="2050578" y="437981"/>
                  </a:lnTo>
                  <a:lnTo>
                    <a:pt x="2018484" y="437981"/>
                  </a:lnTo>
                  <a:lnTo>
                    <a:pt x="1986517" y="437981"/>
                  </a:lnTo>
                  <a:lnTo>
                    <a:pt x="1954423" y="437981"/>
                  </a:lnTo>
                  <a:lnTo>
                    <a:pt x="1922329" y="437981"/>
                  </a:lnTo>
                  <a:lnTo>
                    <a:pt x="1890362" y="437981"/>
                  </a:lnTo>
                  <a:lnTo>
                    <a:pt x="1858269" y="437981"/>
                  </a:lnTo>
                  <a:lnTo>
                    <a:pt x="1826302" y="437981"/>
                  </a:lnTo>
                  <a:lnTo>
                    <a:pt x="1794208" y="490580"/>
                  </a:lnTo>
                  <a:lnTo>
                    <a:pt x="1762241" y="490580"/>
                  </a:lnTo>
                  <a:lnTo>
                    <a:pt x="1730147" y="530060"/>
                  </a:lnTo>
                  <a:lnTo>
                    <a:pt x="1698053" y="530060"/>
                  </a:lnTo>
                  <a:lnTo>
                    <a:pt x="1666086" y="530060"/>
                  </a:lnTo>
                  <a:lnTo>
                    <a:pt x="1633993" y="530060"/>
                  </a:lnTo>
                  <a:lnTo>
                    <a:pt x="1602026" y="530060"/>
                  </a:lnTo>
                  <a:lnTo>
                    <a:pt x="1569932" y="565848"/>
                  </a:lnTo>
                  <a:lnTo>
                    <a:pt x="1537965" y="565848"/>
                  </a:lnTo>
                  <a:lnTo>
                    <a:pt x="1505871" y="603673"/>
                  </a:lnTo>
                  <a:lnTo>
                    <a:pt x="1473777" y="603673"/>
                  </a:lnTo>
                  <a:lnTo>
                    <a:pt x="1441810" y="603673"/>
                  </a:lnTo>
                  <a:lnTo>
                    <a:pt x="1409717" y="603673"/>
                  </a:lnTo>
                  <a:lnTo>
                    <a:pt x="1377750" y="603673"/>
                  </a:lnTo>
                  <a:lnTo>
                    <a:pt x="1345656" y="603673"/>
                  </a:lnTo>
                  <a:lnTo>
                    <a:pt x="1313689" y="638441"/>
                  </a:lnTo>
                  <a:lnTo>
                    <a:pt x="1281595" y="682762"/>
                  </a:lnTo>
                  <a:lnTo>
                    <a:pt x="1249501" y="682762"/>
                  </a:lnTo>
                  <a:lnTo>
                    <a:pt x="1217534" y="682762"/>
                  </a:lnTo>
                  <a:lnTo>
                    <a:pt x="1185441" y="682762"/>
                  </a:lnTo>
                  <a:lnTo>
                    <a:pt x="1153474" y="682762"/>
                  </a:lnTo>
                  <a:lnTo>
                    <a:pt x="1121380" y="714346"/>
                  </a:lnTo>
                  <a:lnTo>
                    <a:pt x="1089413" y="744020"/>
                  </a:lnTo>
                  <a:lnTo>
                    <a:pt x="1057319" y="744020"/>
                  </a:lnTo>
                  <a:lnTo>
                    <a:pt x="1025225" y="744020"/>
                  </a:lnTo>
                  <a:lnTo>
                    <a:pt x="993258" y="744020"/>
                  </a:lnTo>
                  <a:lnTo>
                    <a:pt x="961165" y="774841"/>
                  </a:lnTo>
                  <a:lnTo>
                    <a:pt x="929198" y="774841"/>
                  </a:lnTo>
                  <a:lnTo>
                    <a:pt x="897104" y="774841"/>
                  </a:lnTo>
                  <a:lnTo>
                    <a:pt x="865137" y="774841"/>
                  </a:lnTo>
                  <a:lnTo>
                    <a:pt x="833043" y="801204"/>
                  </a:lnTo>
                  <a:lnTo>
                    <a:pt x="801077" y="801204"/>
                  </a:lnTo>
                  <a:lnTo>
                    <a:pt x="768983" y="827694"/>
                  </a:lnTo>
                  <a:lnTo>
                    <a:pt x="736889" y="827694"/>
                  </a:lnTo>
                  <a:lnTo>
                    <a:pt x="704922" y="827694"/>
                  </a:lnTo>
                  <a:lnTo>
                    <a:pt x="672828" y="853675"/>
                  </a:lnTo>
                  <a:lnTo>
                    <a:pt x="640861" y="853675"/>
                  </a:lnTo>
                  <a:lnTo>
                    <a:pt x="608767" y="878255"/>
                  </a:lnTo>
                  <a:lnTo>
                    <a:pt x="576801" y="878255"/>
                  </a:lnTo>
                  <a:lnTo>
                    <a:pt x="544707" y="903853"/>
                  </a:lnTo>
                  <a:lnTo>
                    <a:pt x="512613" y="935311"/>
                  </a:lnTo>
                  <a:lnTo>
                    <a:pt x="480646" y="935311"/>
                  </a:lnTo>
                  <a:lnTo>
                    <a:pt x="448552" y="935311"/>
                  </a:lnTo>
                  <a:lnTo>
                    <a:pt x="416585" y="957216"/>
                  </a:lnTo>
                  <a:lnTo>
                    <a:pt x="384491" y="977211"/>
                  </a:lnTo>
                  <a:lnTo>
                    <a:pt x="352525" y="977211"/>
                  </a:lnTo>
                  <a:lnTo>
                    <a:pt x="320431" y="996569"/>
                  </a:lnTo>
                  <a:lnTo>
                    <a:pt x="288337" y="996569"/>
                  </a:lnTo>
                  <a:lnTo>
                    <a:pt x="256370" y="996569"/>
                  </a:lnTo>
                  <a:lnTo>
                    <a:pt x="224276" y="1017329"/>
                  </a:lnTo>
                  <a:lnTo>
                    <a:pt x="192309" y="1017329"/>
                  </a:lnTo>
                  <a:lnTo>
                    <a:pt x="160215" y="1017329"/>
                  </a:lnTo>
                  <a:lnTo>
                    <a:pt x="128249" y="1035923"/>
                  </a:lnTo>
                  <a:lnTo>
                    <a:pt x="96155" y="1035923"/>
                  </a:lnTo>
                  <a:lnTo>
                    <a:pt x="64061" y="1057829"/>
                  </a:lnTo>
                  <a:lnTo>
                    <a:pt x="32094" y="1076677"/>
                  </a:lnTo>
                  <a:lnTo>
                    <a:pt x="0" y="1076677"/>
                  </a:lnTo>
                </a:path>
              </a:pathLst>
            </a:custGeom>
            <a:noFill/>
            <a:ln w="14770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7467CAEE-A3A2-19D0-FCCB-6EEF3965D4AE}"/>
                </a:ext>
              </a:extLst>
            </p:cNvPr>
            <p:cNvSpPr/>
            <p:nvPr/>
          </p:nvSpPr>
          <p:spPr>
            <a:xfrm>
              <a:off x="1261540" y="3101488"/>
              <a:ext cx="2883620" cy="1961936"/>
            </a:xfrm>
            <a:custGeom>
              <a:avLst/>
              <a:gdLst>
                <a:gd name="csX0" fmla="*/ 0 w 2883620"/>
                <a:gd name="csY0" fmla="*/ 1961936 h 1961936"/>
                <a:gd name="csX1" fmla="*/ 32094 w 2883620"/>
                <a:gd name="csY1" fmla="*/ 1961936 h 1961936"/>
                <a:gd name="csX2" fmla="*/ 32094 w 2883620"/>
                <a:gd name="csY2" fmla="*/ 1806306 h 1961936"/>
                <a:gd name="csX3" fmla="*/ 64061 w 2883620"/>
                <a:gd name="csY3" fmla="*/ 1806306 h 1961936"/>
                <a:gd name="csX4" fmla="*/ 64061 w 2883620"/>
                <a:gd name="csY4" fmla="*/ 1776122 h 1961936"/>
                <a:gd name="csX5" fmla="*/ 96155 w 2883620"/>
                <a:gd name="csY5" fmla="*/ 1776122 h 1961936"/>
                <a:gd name="csX6" fmla="*/ 96155 w 2883620"/>
                <a:gd name="csY6" fmla="*/ 1721486 h 1961936"/>
                <a:gd name="csX7" fmla="*/ 128249 w 2883620"/>
                <a:gd name="csY7" fmla="*/ 1721486 h 1961936"/>
                <a:gd name="csX8" fmla="*/ 128249 w 2883620"/>
                <a:gd name="csY8" fmla="*/ 1621129 h 1961936"/>
                <a:gd name="csX9" fmla="*/ 160215 w 2883620"/>
                <a:gd name="csY9" fmla="*/ 1621129 h 1961936"/>
                <a:gd name="csX10" fmla="*/ 160215 w 2883620"/>
                <a:gd name="csY10" fmla="*/ 1595657 h 1961936"/>
                <a:gd name="csX11" fmla="*/ 192309 w 2883620"/>
                <a:gd name="csY11" fmla="*/ 1595657 h 1961936"/>
                <a:gd name="csX12" fmla="*/ 192309 w 2883620"/>
                <a:gd name="csY12" fmla="*/ 1543314 h 1961936"/>
                <a:gd name="csX13" fmla="*/ 224276 w 2883620"/>
                <a:gd name="csY13" fmla="*/ 1543314 h 1961936"/>
                <a:gd name="csX14" fmla="*/ 224276 w 2883620"/>
                <a:gd name="csY14" fmla="*/ 1488932 h 1961936"/>
                <a:gd name="csX15" fmla="*/ 256370 w 2883620"/>
                <a:gd name="csY15" fmla="*/ 1488932 h 1961936"/>
                <a:gd name="csX16" fmla="*/ 256370 w 2883620"/>
                <a:gd name="csY16" fmla="*/ 1418758 h 1961936"/>
                <a:gd name="csX17" fmla="*/ 288337 w 2883620"/>
                <a:gd name="csY17" fmla="*/ 1418758 h 1961936"/>
                <a:gd name="csX18" fmla="*/ 288337 w 2883620"/>
                <a:gd name="csY18" fmla="*/ 1376603 h 1961936"/>
                <a:gd name="csX19" fmla="*/ 320431 w 2883620"/>
                <a:gd name="csY19" fmla="*/ 1376603 h 1961936"/>
                <a:gd name="csX20" fmla="*/ 320431 w 2883620"/>
                <a:gd name="csY20" fmla="*/ 1349731 h 1961936"/>
                <a:gd name="csX21" fmla="*/ 352525 w 2883620"/>
                <a:gd name="csY21" fmla="*/ 1349731 h 1961936"/>
                <a:gd name="csX22" fmla="*/ 352525 w 2883620"/>
                <a:gd name="csY22" fmla="*/ 1272807 h 1961936"/>
                <a:gd name="csX23" fmla="*/ 384491 w 2883620"/>
                <a:gd name="csY23" fmla="*/ 1272807 h 1961936"/>
                <a:gd name="csX24" fmla="*/ 384491 w 2883620"/>
                <a:gd name="csY24" fmla="*/ 1254595 h 1961936"/>
                <a:gd name="csX25" fmla="*/ 416585 w 2883620"/>
                <a:gd name="csY25" fmla="*/ 1254595 h 1961936"/>
                <a:gd name="csX26" fmla="*/ 416585 w 2883620"/>
                <a:gd name="csY26" fmla="*/ 1211294 h 1961936"/>
                <a:gd name="csX27" fmla="*/ 448552 w 2883620"/>
                <a:gd name="csY27" fmla="*/ 1211294 h 1961936"/>
                <a:gd name="csX28" fmla="*/ 448552 w 2883620"/>
                <a:gd name="csY28" fmla="*/ 1163917 h 1961936"/>
                <a:gd name="csX29" fmla="*/ 480646 w 2883620"/>
                <a:gd name="csY29" fmla="*/ 1163917 h 1961936"/>
                <a:gd name="csX30" fmla="*/ 480646 w 2883620"/>
                <a:gd name="csY30" fmla="*/ 1133351 h 1961936"/>
                <a:gd name="csX31" fmla="*/ 512613 w 2883620"/>
                <a:gd name="csY31" fmla="*/ 1133351 h 1961936"/>
                <a:gd name="csX32" fmla="*/ 512613 w 2883620"/>
                <a:gd name="csY32" fmla="*/ 1100748 h 1961936"/>
                <a:gd name="csX33" fmla="*/ 544707 w 2883620"/>
                <a:gd name="csY33" fmla="*/ 1100748 h 1961936"/>
                <a:gd name="csX34" fmla="*/ 544707 w 2883620"/>
                <a:gd name="csY34" fmla="*/ 1078333 h 1961936"/>
                <a:gd name="csX35" fmla="*/ 576801 w 2883620"/>
                <a:gd name="csY35" fmla="*/ 1078333 h 1961936"/>
                <a:gd name="csX36" fmla="*/ 576801 w 2883620"/>
                <a:gd name="csY36" fmla="*/ 1036687 h 1961936"/>
                <a:gd name="csX37" fmla="*/ 608767 w 2883620"/>
                <a:gd name="csY37" fmla="*/ 1036687 h 1961936"/>
                <a:gd name="csX38" fmla="*/ 608767 w 2883620"/>
                <a:gd name="csY38" fmla="*/ 1024970 h 1961936"/>
                <a:gd name="csX39" fmla="*/ 640861 w 2883620"/>
                <a:gd name="csY39" fmla="*/ 1024970 h 1961936"/>
                <a:gd name="csX40" fmla="*/ 640861 w 2883620"/>
                <a:gd name="csY40" fmla="*/ 1012999 h 1961936"/>
                <a:gd name="csX41" fmla="*/ 672828 w 2883620"/>
                <a:gd name="csY41" fmla="*/ 1012999 h 1961936"/>
                <a:gd name="csX42" fmla="*/ 672828 w 2883620"/>
                <a:gd name="csY42" fmla="*/ 1000518 h 1961936"/>
                <a:gd name="csX43" fmla="*/ 704922 w 2883620"/>
                <a:gd name="csY43" fmla="*/ 1000518 h 1961936"/>
                <a:gd name="csX44" fmla="*/ 704922 w 2883620"/>
                <a:gd name="csY44" fmla="*/ 975046 h 1961936"/>
                <a:gd name="csX45" fmla="*/ 736889 w 2883620"/>
                <a:gd name="csY45" fmla="*/ 975046 h 1961936"/>
                <a:gd name="csX46" fmla="*/ 736889 w 2883620"/>
                <a:gd name="csY46" fmla="*/ 962183 h 1961936"/>
                <a:gd name="csX47" fmla="*/ 768983 w 2883620"/>
                <a:gd name="csY47" fmla="*/ 962183 h 1961936"/>
                <a:gd name="csX48" fmla="*/ 768983 w 2883620"/>
                <a:gd name="csY48" fmla="*/ 935311 h 1961936"/>
                <a:gd name="csX49" fmla="*/ 801077 w 2883620"/>
                <a:gd name="csY49" fmla="*/ 935311 h 1961936"/>
                <a:gd name="csX50" fmla="*/ 801077 w 2883620"/>
                <a:gd name="csY50" fmla="*/ 935311 h 1961936"/>
                <a:gd name="csX51" fmla="*/ 833043 w 2883620"/>
                <a:gd name="csY51" fmla="*/ 935311 h 1961936"/>
                <a:gd name="csX52" fmla="*/ 833043 w 2883620"/>
                <a:gd name="csY52" fmla="*/ 921301 h 1961936"/>
                <a:gd name="csX53" fmla="*/ 865137 w 2883620"/>
                <a:gd name="csY53" fmla="*/ 921301 h 1961936"/>
                <a:gd name="csX54" fmla="*/ 865137 w 2883620"/>
                <a:gd name="csY54" fmla="*/ 893028 h 1961936"/>
                <a:gd name="csX55" fmla="*/ 897104 w 2883620"/>
                <a:gd name="csY55" fmla="*/ 893028 h 1961936"/>
                <a:gd name="csX56" fmla="*/ 897104 w 2883620"/>
                <a:gd name="csY56" fmla="*/ 863609 h 1961936"/>
                <a:gd name="csX57" fmla="*/ 929198 w 2883620"/>
                <a:gd name="csY57" fmla="*/ 863609 h 1961936"/>
                <a:gd name="csX58" fmla="*/ 929198 w 2883620"/>
                <a:gd name="csY58" fmla="*/ 818397 h 1961936"/>
                <a:gd name="csX59" fmla="*/ 961165 w 2883620"/>
                <a:gd name="csY59" fmla="*/ 818397 h 1961936"/>
                <a:gd name="csX60" fmla="*/ 961165 w 2883620"/>
                <a:gd name="csY60" fmla="*/ 751025 h 1961936"/>
                <a:gd name="csX61" fmla="*/ 993258 w 2883620"/>
                <a:gd name="csY61" fmla="*/ 751025 h 1961936"/>
                <a:gd name="csX62" fmla="*/ 993258 w 2883620"/>
                <a:gd name="csY62" fmla="*/ 719950 h 1961936"/>
                <a:gd name="csX63" fmla="*/ 1025225 w 2883620"/>
                <a:gd name="csY63" fmla="*/ 719950 h 1961936"/>
                <a:gd name="csX64" fmla="*/ 1025225 w 2883620"/>
                <a:gd name="csY64" fmla="*/ 719950 h 1961936"/>
                <a:gd name="csX65" fmla="*/ 1057319 w 2883620"/>
                <a:gd name="csY65" fmla="*/ 719950 h 1961936"/>
                <a:gd name="csX66" fmla="*/ 1057319 w 2883620"/>
                <a:gd name="csY66" fmla="*/ 719950 h 1961936"/>
                <a:gd name="csX67" fmla="*/ 1089413 w 2883620"/>
                <a:gd name="csY67" fmla="*/ 719950 h 1961936"/>
                <a:gd name="csX68" fmla="*/ 1089413 w 2883620"/>
                <a:gd name="csY68" fmla="*/ 685436 h 1961936"/>
                <a:gd name="csX69" fmla="*/ 1121380 w 2883620"/>
                <a:gd name="csY69" fmla="*/ 685436 h 1961936"/>
                <a:gd name="csX70" fmla="*/ 1121380 w 2883620"/>
                <a:gd name="csY70" fmla="*/ 685436 h 1961936"/>
                <a:gd name="csX71" fmla="*/ 1153474 w 2883620"/>
                <a:gd name="csY71" fmla="*/ 685436 h 1961936"/>
                <a:gd name="csX72" fmla="*/ 1153474 w 2883620"/>
                <a:gd name="csY72" fmla="*/ 637295 h 1961936"/>
                <a:gd name="csX73" fmla="*/ 1185441 w 2883620"/>
                <a:gd name="csY73" fmla="*/ 637295 h 1961936"/>
                <a:gd name="csX74" fmla="*/ 1185441 w 2883620"/>
                <a:gd name="csY74" fmla="*/ 584442 h 1961936"/>
                <a:gd name="csX75" fmla="*/ 1217534 w 2883620"/>
                <a:gd name="csY75" fmla="*/ 584442 h 1961936"/>
                <a:gd name="csX76" fmla="*/ 1217534 w 2883620"/>
                <a:gd name="csY76" fmla="*/ 548782 h 1961936"/>
                <a:gd name="csX77" fmla="*/ 1249501 w 2883620"/>
                <a:gd name="csY77" fmla="*/ 548782 h 1961936"/>
                <a:gd name="csX78" fmla="*/ 1249501 w 2883620"/>
                <a:gd name="csY78" fmla="*/ 511848 h 1961936"/>
                <a:gd name="csX79" fmla="*/ 1281595 w 2883620"/>
                <a:gd name="csY79" fmla="*/ 511848 h 1961936"/>
                <a:gd name="csX80" fmla="*/ 1281595 w 2883620"/>
                <a:gd name="csY80" fmla="*/ 511848 h 1961936"/>
                <a:gd name="csX81" fmla="*/ 1313689 w 2883620"/>
                <a:gd name="csY81" fmla="*/ 511848 h 1961936"/>
                <a:gd name="csX82" fmla="*/ 1313689 w 2883620"/>
                <a:gd name="csY82" fmla="*/ 492999 h 1961936"/>
                <a:gd name="csX83" fmla="*/ 1345656 w 2883620"/>
                <a:gd name="csY83" fmla="*/ 492999 h 1961936"/>
                <a:gd name="csX84" fmla="*/ 1345656 w 2883620"/>
                <a:gd name="csY84" fmla="*/ 473769 h 1961936"/>
                <a:gd name="csX85" fmla="*/ 1377750 w 2883620"/>
                <a:gd name="csY85" fmla="*/ 473769 h 1961936"/>
                <a:gd name="csX86" fmla="*/ 1377750 w 2883620"/>
                <a:gd name="csY86" fmla="*/ 419387 h 1961936"/>
                <a:gd name="csX87" fmla="*/ 1409717 w 2883620"/>
                <a:gd name="csY87" fmla="*/ 419387 h 1961936"/>
                <a:gd name="csX88" fmla="*/ 1409717 w 2883620"/>
                <a:gd name="csY88" fmla="*/ 400156 h 1961936"/>
                <a:gd name="csX89" fmla="*/ 1441810 w 2883620"/>
                <a:gd name="csY89" fmla="*/ 400156 h 1961936"/>
                <a:gd name="csX90" fmla="*/ 1441810 w 2883620"/>
                <a:gd name="csY90" fmla="*/ 400156 h 1961936"/>
                <a:gd name="csX91" fmla="*/ 1473777 w 2883620"/>
                <a:gd name="csY91" fmla="*/ 400156 h 1961936"/>
                <a:gd name="csX92" fmla="*/ 1473777 w 2883620"/>
                <a:gd name="csY92" fmla="*/ 381053 h 1961936"/>
                <a:gd name="csX93" fmla="*/ 1505871 w 2883620"/>
                <a:gd name="csY93" fmla="*/ 381053 h 1961936"/>
                <a:gd name="csX94" fmla="*/ 1505871 w 2883620"/>
                <a:gd name="csY94" fmla="*/ 361312 h 1961936"/>
                <a:gd name="csX95" fmla="*/ 1537965 w 2883620"/>
                <a:gd name="csY95" fmla="*/ 361312 h 1961936"/>
                <a:gd name="csX96" fmla="*/ 1537965 w 2883620"/>
                <a:gd name="csY96" fmla="*/ 322086 h 1961936"/>
                <a:gd name="csX97" fmla="*/ 1569932 w 2883620"/>
                <a:gd name="csY97" fmla="*/ 322086 h 1961936"/>
                <a:gd name="csX98" fmla="*/ 1569932 w 2883620"/>
                <a:gd name="csY98" fmla="*/ 301709 h 1961936"/>
                <a:gd name="csX99" fmla="*/ 1602026 w 2883620"/>
                <a:gd name="csY99" fmla="*/ 301709 h 1961936"/>
                <a:gd name="csX100" fmla="*/ 1602026 w 2883620"/>
                <a:gd name="csY100" fmla="*/ 301709 h 1961936"/>
                <a:gd name="csX101" fmla="*/ 1633993 w 2883620"/>
                <a:gd name="csY101" fmla="*/ 301709 h 1961936"/>
                <a:gd name="csX102" fmla="*/ 1633993 w 2883620"/>
                <a:gd name="csY102" fmla="*/ 280822 h 1961936"/>
                <a:gd name="csX103" fmla="*/ 1666086 w 2883620"/>
                <a:gd name="csY103" fmla="*/ 280822 h 1961936"/>
                <a:gd name="csX104" fmla="*/ 1666086 w 2883620"/>
                <a:gd name="csY104" fmla="*/ 280822 h 1961936"/>
                <a:gd name="csX105" fmla="*/ 1698053 w 2883620"/>
                <a:gd name="csY105" fmla="*/ 280822 h 1961936"/>
                <a:gd name="csX106" fmla="*/ 1698053 w 2883620"/>
                <a:gd name="csY106" fmla="*/ 280822 h 1961936"/>
                <a:gd name="csX107" fmla="*/ 1730147 w 2883620"/>
                <a:gd name="csY107" fmla="*/ 280822 h 1961936"/>
                <a:gd name="csX108" fmla="*/ 1730147 w 2883620"/>
                <a:gd name="csY108" fmla="*/ 280822 h 1961936"/>
                <a:gd name="csX109" fmla="*/ 1762241 w 2883620"/>
                <a:gd name="csY109" fmla="*/ 280822 h 1961936"/>
                <a:gd name="csX110" fmla="*/ 1762241 w 2883620"/>
                <a:gd name="csY110" fmla="*/ 280822 h 1961936"/>
                <a:gd name="csX111" fmla="*/ 1794208 w 2883620"/>
                <a:gd name="csY111" fmla="*/ 280822 h 1961936"/>
                <a:gd name="csX112" fmla="*/ 1794208 w 2883620"/>
                <a:gd name="csY112" fmla="*/ 280822 h 1961936"/>
                <a:gd name="csX113" fmla="*/ 1826302 w 2883620"/>
                <a:gd name="csY113" fmla="*/ 280822 h 1961936"/>
                <a:gd name="csX114" fmla="*/ 1826302 w 2883620"/>
                <a:gd name="csY114" fmla="*/ 257261 h 1961936"/>
                <a:gd name="csX115" fmla="*/ 1858269 w 2883620"/>
                <a:gd name="csY115" fmla="*/ 257261 h 1961936"/>
                <a:gd name="csX116" fmla="*/ 1858269 w 2883620"/>
                <a:gd name="csY116" fmla="*/ 257261 h 1961936"/>
                <a:gd name="csX117" fmla="*/ 1890362 w 2883620"/>
                <a:gd name="csY117" fmla="*/ 257261 h 1961936"/>
                <a:gd name="csX118" fmla="*/ 1890362 w 2883620"/>
                <a:gd name="csY118" fmla="*/ 233318 h 1961936"/>
                <a:gd name="csX119" fmla="*/ 1922329 w 2883620"/>
                <a:gd name="csY119" fmla="*/ 233318 h 1961936"/>
                <a:gd name="csX120" fmla="*/ 1922329 w 2883620"/>
                <a:gd name="csY120" fmla="*/ 233318 h 1961936"/>
                <a:gd name="csX121" fmla="*/ 1954423 w 2883620"/>
                <a:gd name="csY121" fmla="*/ 233318 h 1961936"/>
                <a:gd name="csX122" fmla="*/ 1954423 w 2883620"/>
                <a:gd name="csY122" fmla="*/ 233318 h 1961936"/>
                <a:gd name="csX123" fmla="*/ 1986517 w 2883620"/>
                <a:gd name="csY123" fmla="*/ 233318 h 1961936"/>
                <a:gd name="csX124" fmla="*/ 1986517 w 2883620"/>
                <a:gd name="csY124" fmla="*/ 233318 h 1961936"/>
                <a:gd name="csX125" fmla="*/ 2018484 w 2883620"/>
                <a:gd name="csY125" fmla="*/ 233318 h 1961936"/>
                <a:gd name="csX126" fmla="*/ 2018484 w 2883620"/>
                <a:gd name="csY126" fmla="*/ 233318 h 1961936"/>
                <a:gd name="csX127" fmla="*/ 2050578 w 2883620"/>
                <a:gd name="csY127" fmla="*/ 233318 h 1961936"/>
                <a:gd name="csX128" fmla="*/ 2050578 w 2883620"/>
                <a:gd name="csY128" fmla="*/ 233318 h 1961936"/>
                <a:gd name="csX129" fmla="*/ 2082545 w 2883620"/>
                <a:gd name="csY129" fmla="*/ 233318 h 1961936"/>
                <a:gd name="csX130" fmla="*/ 2082545 w 2883620"/>
                <a:gd name="csY130" fmla="*/ 233318 h 1961936"/>
                <a:gd name="csX131" fmla="*/ 2114638 w 2883620"/>
                <a:gd name="csY131" fmla="*/ 233318 h 1961936"/>
                <a:gd name="csX132" fmla="*/ 2114638 w 2883620"/>
                <a:gd name="csY132" fmla="*/ 206955 h 1961936"/>
                <a:gd name="csX133" fmla="*/ 2146605 w 2883620"/>
                <a:gd name="csY133" fmla="*/ 206955 h 1961936"/>
                <a:gd name="csX134" fmla="*/ 2146605 w 2883620"/>
                <a:gd name="csY134" fmla="*/ 180720 h 1961936"/>
                <a:gd name="csX135" fmla="*/ 2178699 w 2883620"/>
                <a:gd name="csY135" fmla="*/ 180720 h 1961936"/>
                <a:gd name="csX136" fmla="*/ 2178699 w 2883620"/>
                <a:gd name="csY136" fmla="*/ 180720 h 1961936"/>
                <a:gd name="csX137" fmla="*/ 2210793 w 2883620"/>
                <a:gd name="csY137" fmla="*/ 180720 h 1961936"/>
                <a:gd name="csX138" fmla="*/ 2210793 w 2883620"/>
                <a:gd name="csY138" fmla="*/ 122900 h 1961936"/>
                <a:gd name="csX139" fmla="*/ 2242760 w 2883620"/>
                <a:gd name="csY139" fmla="*/ 122900 h 1961936"/>
                <a:gd name="csX140" fmla="*/ 2242760 w 2883620"/>
                <a:gd name="csY140" fmla="*/ 122900 h 1961936"/>
                <a:gd name="csX141" fmla="*/ 2274854 w 2883620"/>
                <a:gd name="csY141" fmla="*/ 122900 h 1961936"/>
                <a:gd name="csX142" fmla="*/ 2274854 w 2883620"/>
                <a:gd name="csY142" fmla="*/ 93480 h 1961936"/>
                <a:gd name="csX143" fmla="*/ 2306821 w 2883620"/>
                <a:gd name="csY143" fmla="*/ 93480 h 1961936"/>
                <a:gd name="csX144" fmla="*/ 2306821 w 2883620"/>
                <a:gd name="csY144" fmla="*/ 62278 h 1961936"/>
                <a:gd name="csX145" fmla="*/ 2338914 w 2883620"/>
                <a:gd name="csY145" fmla="*/ 62278 h 1961936"/>
                <a:gd name="csX146" fmla="*/ 2338914 w 2883620"/>
                <a:gd name="csY146" fmla="*/ 62278 h 1961936"/>
                <a:gd name="csX147" fmla="*/ 2370881 w 2883620"/>
                <a:gd name="csY147" fmla="*/ 62278 h 1961936"/>
                <a:gd name="csX148" fmla="*/ 2370881 w 2883620"/>
                <a:gd name="csY148" fmla="*/ 62278 h 1961936"/>
                <a:gd name="csX149" fmla="*/ 2402975 w 2883620"/>
                <a:gd name="csY149" fmla="*/ 62278 h 1961936"/>
                <a:gd name="csX150" fmla="*/ 2402975 w 2883620"/>
                <a:gd name="csY150" fmla="*/ 62278 h 1961936"/>
                <a:gd name="csX151" fmla="*/ 2435069 w 2883620"/>
                <a:gd name="csY151" fmla="*/ 62278 h 1961936"/>
                <a:gd name="csX152" fmla="*/ 2435069 w 2883620"/>
                <a:gd name="csY152" fmla="*/ 31202 h 1961936"/>
                <a:gd name="csX153" fmla="*/ 2467036 w 2883620"/>
                <a:gd name="csY153" fmla="*/ 31202 h 1961936"/>
                <a:gd name="csX154" fmla="*/ 2467036 w 2883620"/>
                <a:gd name="csY154" fmla="*/ 31202 h 1961936"/>
                <a:gd name="csX155" fmla="*/ 2499130 w 2883620"/>
                <a:gd name="csY155" fmla="*/ 31202 h 1961936"/>
                <a:gd name="csX156" fmla="*/ 2499130 w 2883620"/>
                <a:gd name="csY156" fmla="*/ 31202 h 1961936"/>
                <a:gd name="csX157" fmla="*/ 2531096 w 2883620"/>
                <a:gd name="csY157" fmla="*/ 31202 h 1961936"/>
                <a:gd name="csX158" fmla="*/ 2531096 w 2883620"/>
                <a:gd name="csY158" fmla="*/ 31202 h 1961936"/>
                <a:gd name="csX159" fmla="*/ 2563190 w 2883620"/>
                <a:gd name="csY159" fmla="*/ 31202 h 1961936"/>
                <a:gd name="csX160" fmla="*/ 2563190 w 2883620"/>
                <a:gd name="csY160" fmla="*/ 0 h 1961936"/>
                <a:gd name="csX161" fmla="*/ 2595157 w 2883620"/>
                <a:gd name="csY161" fmla="*/ 0 h 1961936"/>
                <a:gd name="csX162" fmla="*/ 2595157 w 2883620"/>
                <a:gd name="csY162" fmla="*/ 0 h 1961936"/>
                <a:gd name="csX163" fmla="*/ 2627251 w 2883620"/>
                <a:gd name="csY163" fmla="*/ 0 h 1961936"/>
                <a:gd name="csX164" fmla="*/ 2627251 w 2883620"/>
                <a:gd name="csY164" fmla="*/ 0 h 1961936"/>
                <a:gd name="csX165" fmla="*/ 2659345 w 2883620"/>
                <a:gd name="csY165" fmla="*/ 0 h 1961936"/>
                <a:gd name="csX166" fmla="*/ 2659345 w 2883620"/>
                <a:gd name="csY166" fmla="*/ 0 h 1961936"/>
                <a:gd name="csX167" fmla="*/ 2691312 w 2883620"/>
                <a:gd name="csY167" fmla="*/ 0 h 1961936"/>
                <a:gd name="csX168" fmla="*/ 2691312 w 2883620"/>
                <a:gd name="csY168" fmla="*/ 0 h 1961936"/>
                <a:gd name="csX169" fmla="*/ 2723406 w 2883620"/>
                <a:gd name="csY169" fmla="*/ 0 h 1961936"/>
                <a:gd name="csX170" fmla="*/ 2723406 w 2883620"/>
                <a:gd name="csY170" fmla="*/ 0 h 1961936"/>
                <a:gd name="csX171" fmla="*/ 2755373 w 2883620"/>
                <a:gd name="csY171" fmla="*/ 0 h 1961936"/>
                <a:gd name="csX172" fmla="*/ 2755373 w 2883620"/>
                <a:gd name="csY172" fmla="*/ 0 h 1961936"/>
                <a:gd name="csX173" fmla="*/ 2787466 w 2883620"/>
                <a:gd name="csY173" fmla="*/ 0 h 1961936"/>
                <a:gd name="csX174" fmla="*/ 2787466 w 2883620"/>
                <a:gd name="csY174" fmla="*/ 0 h 1961936"/>
                <a:gd name="csX175" fmla="*/ 2819433 w 2883620"/>
                <a:gd name="csY175" fmla="*/ 0 h 1961936"/>
                <a:gd name="csX176" fmla="*/ 2819433 w 2883620"/>
                <a:gd name="csY176" fmla="*/ 0 h 1961936"/>
                <a:gd name="csX177" fmla="*/ 2851527 w 2883620"/>
                <a:gd name="csY177" fmla="*/ 0 h 1961936"/>
                <a:gd name="csX178" fmla="*/ 2851527 w 2883620"/>
                <a:gd name="csY178" fmla="*/ 0 h 1961936"/>
                <a:gd name="csX179" fmla="*/ 2883621 w 2883620"/>
                <a:gd name="csY179" fmla="*/ 0 h 1961936"/>
                <a:gd name="csX180" fmla="*/ 2883621 w 2883620"/>
                <a:gd name="csY180" fmla="*/ 0 h 19619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</a:cxnLst>
              <a:rect l="l" t="t" r="r" b="b"/>
              <a:pathLst>
                <a:path w="2883620" h="1961936">
                  <a:moveTo>
                    <a:pt x="0" y="1961936"/>
                  </a:moveTo>
                  <a:lnTo>
                    <a:pt x="32094" y="1961936"/>
                  </a:lnTo>
                  <a:lnTo>
                    <a:pt x="32094" y="1806306"/>
                  </a:lnTo>
                  <a:lnTo>
                    <a:pt x="64061" y="1806306"/>
                  </a:lnTo>
                  <a:lnTo>
                    <a:pt x="64061" y="1776122"/>
                  </a:lnTo>
                  <a:lnTo>
                    <a:pt x="96155" y="1776122"/>
                  </a:lnTo>
                  <a:lnTo>
                    <a:pt x="96155" y="1721486"/>
                  </a:lnTo>
                  <a:lnTo>
                    <a:pt x="128249" y="1721486"/>
                  </a:lnTo>
                  <a:lnTo>
                    <a:pt x="128249" y="1621129"/>
                  </a:lnTo>
                  <a:lnTo>
                    <a:pt x="160215" y="1621129"/>
                  </a:lnTo>
                  <a:lnTo>
                    <a:pt x="160215" y="1595657"/>
                  </a:lnTo>
                  <a:lnTo>
                    <a:pt x="192309" y="1595657"/>
                  </a:lnTo>
                  <a:lnTo>
                    <a:pt x="192309" y="1543314"/>
                  </a:lnTo>
                  <a:lnTo>
                    <a:pt x="224276" y="1543314"/>
                  </a:lnTo>
                  <a:lnTo>
                    <a:pt x="224276" y="1488932"/>
                  </a:lnTo>
                  <a:lnTo>
                    <a:pt x="256370" y="1488932"/>
                  </a:lnTo>
                  <a:lnTo>
                    <a:pt x="256370" y="1418758"/>
                  </a:lnTo>
                  <a:lnTo>
                    <a:pt x="288337" y="1418758"/>
                  </a:lnTo>
                  <a:lnTo>
                    <a:pt x="288337" y="1376603"/>
                  </a:lnTo>
                  <a:lnTo>
                    <a:pt x="320431" y="1376603"/>
                  </a:lnTo>
                  <a:lnTo>
                    <a:pt x="320431" y="1349731"/>
                  </a:lnTo>
                  <a:lnTo>
                    <a:pt x="352525" y="1349731"/>
                  </a:lnTo>
                  <a:lnTo>
                    <a:pt x="352525" y="1272807"/>
                  </a:lnTo>
                  <a:lnTo>
                    <a:pt x="384491" y="1272807"/>
                  </a:lnTo>
                  <a:lnTo>
                    <a:pt x="384491" y="1254595"/>
                  </a:lnTo>
                  <a:lnTo>
                    <a:pt x="416585" y="1254595"/>
                  </a:lnTo>
                  <a:lnTo>
                    <a:pt x="416585" y="1211294"/>
                  </a:lnTo>
                  <a:lnTo>
                    <a:pt x="448552" y="1211294"/>
                  </a:lnTo>
                  <a:lnTo>
                    <a:pt x="448552" y="1163917"/>
                  </a:lnTo>
                  <a:lnTo>
                    <a:pt x="480646" y="1163917"/>
                  </a:lnTo>
                  <a:lnTo>
                    <a:pt x="480646" y="1133351"/>
                  </a:lnTo>
                  <a:lnTo>
                    <a:pt x="512613" y="1133351"/>
                  </a:lnTo>
                  <a:lnTo>
                    <a:pt x="512613" y="1100748"/>
                  </a:lnTo>
                  <a:lnTo>
                    <a:pt x="544707" y="1100748"/>
                  </a:lnTo>
                  <a:lnTo>
                    <a:pt x="544707" y="1078333"/>
                  </a:lnTo>
                  <a:lnTo>
                    <a:pt x="576801" y="1078333"/>
                  </a:lnTo>
                  <a:lnTo>
                    <a:pt x="576801" y="1036687"/>
                  </a:lnTo>
                  <a:lnTo>
                    <a:pt x="608767" y="1036687"/>
                  </a:lnTo>
                  <a:lnTo>
                    <a:pt x="608767" y="1024970"/>
                  </a:lnTo>
                  <a:lnTo>
                    <a:pt x="640861" y="1024970"/>
                  </a:lnTo>
                  <a:lnTo>
                    <a:pt x="640861" y="1012999"/>
                  </a:lnTo>
                  <a:lnTo>
                    <a:pt x="672828" y="1012999"/>
                  </a:lnTo>
                  <a:lnTo>
                    <a:pt x="672828" y="1000518"/>
                  </a:lnTo>
                  <a:lnTo>
                    <a:pt x="704922" y="1000518"/>
                  </a:lnTo>
                  <a:lnTo>
                    <a:pt x="704922" y="975046"/>
                  </a:lnTo>
                  <a:lnTo>
                    <a:pt x="736889" y="975046"/>
                  </a:lnTo>
                  <a:lnTo>
                    <a:pt x="736889" y="962183"/>
                  </a:lnTo>
                  <a:lnTo>
                    <a:pt x="768983" y="962183"/>
                  </a:lnTo>
                  <a:lnTo>
                    <a:pt x="768983" y="935311"/>
                  </a:lnTo>
                  <a:lnTo>
                    <a:pt x="801077" y="935311"/>
                  </a:lnTo>
                  <a:lnTo>
                    <a:pt x="801077" y="935311"/>
                  </a:lnTo>
                  <a:lnTo>
                    <a:pt x="833043" y="935311"/>
                  </a:lnTo>
                  <a:lnTo>
                    <a:pt x="833043" y="921301"/>
                  </a:lnTo>
                  <a:lnTo>
                    <a:pt x="865137" y="921301"/>
                  </a:lnTo>
                  <a:lnTo>
                    <a:pt x="865137" y="893028"/>
                  </a:lnTo>
                  <a:lnTo>
                    <a:pt x="897104" y="893028"/>
                  </a:lnTo>
                  <a:lnTo>
                    <a:pt x="897104" y="863609"/>
                  </a:lnTo>
                  <a:lnTo>
                    <a:pt x="929198" y="863609"/>
                  </a:lnTo>
                  <a:lnTo>
                    <a:pt x="929198" y="818397"/>
                  </a:lnTo>
                  <a:lnTo>
                    <a:pt x="961165" y="818397"/>
                  </a:lnTo>
                  <a:lnTo>
                    <a:pt x="961165" y="751025"/>
                  </a:lnTo>
                  <a:lnTo>
                    <a:pt x="993258" y="751025"/>
                  </a:lnTo>
                  <a:lnTo>
                    <a:pt x="993258" y="719950"/>
                  </a:lnTo>
                  <a:lnTo>
                    <a:pt x="1025225" y="719950"/>
                  </a:lnTo>
                  <a:lnTo>
                    <a:pt x="1025225" y="719950"/>
                  </a:lnTo>
                  <a:lnTo>
                    <a:pt x="1057319" y="719950"/>
                  </a:lnTo>
                  <a:lnTo>
                    <a:pt x="1057319" y="719950"/>
                  </a:lnTo>
                  <a:lnTo>
                    <a:pt x="1089413" y="719950"/>
                  </a:lnTo>
                  <a:lnTo>
                    <a:pt x="1089413" y="685436"/>
                  </a:lnTo>
                  <a:lnTo>
                    <a:pt x="1121380" y="685436"/>
                  </a:lnTo>
                  <a:lnTo>
                    <a:pt x="1121380" y="685436"/>
                  </a:lnTo>
                  <a:lnTo>
                    <a:pt x="1153474" y="685436"/>
                  </a:lnTo>
                  <a:lnTo>
                    <a:pt x="1153474" y="637295"/>
                  </a:lnTo>
                  <a:lnTo>
                    <a:pt x="1185441" y="637295"/>
                  </a:lnTo>
                  <a:lnTo>
                    <a:pt x="1185441" y="584442"/>
                  </a:lnTo>
                  <a:lnTo>
                    <a:pt x="1217534" y="584442"/>
                  </a:lnTo>
                  <a:lnTo>
                    <a:pt x="1217534" y="548782"/>
                  </a:lnTo>
                  <a:lnTo>
                    <a:pt x="1249501" y="548782"/>
                  </a:lnTo>
                  <a:lnTo>
                    <a:pt x="1249501" y="511848"/>
                  </a:lnTo>
                  <a:lnTo>
                    <a:pt x="1281595" y="511848"/>
                  </a:lnTo>
                  <a:lnTo>
                    <a:pt x="1281595" y="511848"/>
                  </a:lnTo>
                  <a:lnTo>
                    <a:pt x="1313689" y="511848"/>
                  </a:lnTo>
                  <a:lnTo>
                    <a:pt x="1313689" y="492999"/>
                  </a:lnTo>
                  <a:lnTo>
                    <a:pt x="1345656" y="492999"/>
                  </a:lnTo>
                  <a:lnTo>
                    <a:pt x="1345656" y="473769"/>
                  </a:lnTo>
                  <a:lnTo>
                    <a:pt x="1377750" y="473769"/>
                  </a:lnTo>
                  <a:lnTo>
                    <a:pt x="1377750" y="419387"/>
                  </a:lnTo>
                  <a:lnTo>
                    <a:pt x="1409717" y="419387"/>
                  </a:lnTo>
                  <a:lnTo>
                    <a:pt x="1409717" y="400156"/>
                  </a:lnTo>
                  <a:lnTo>
                    <a:pt x="1441810" y="400156"/>
                  </a:lnTo>
                  <a:lnTo>
                    <a:pt x="1441810" y="400156"/>
                  </a:lnTo>
                  <a:lnTo>
                    <a:pt x="1473777" y="400156"/>
                  </a:lnTo>
                  <a:lnTo>
                    <a:pt x="1473777" y="381053"/>
                  </a:lnTo>
                  <a:lnTo>
                    <a:pt x="1505871" y="381053"/>
                  </a:lnTo>
                  <a:lnTo>
                    <a:pt x="1505871" y="361312"/>
                  </a:lnTo>
                  <a:lnTo>
                    <a:pt x="1537965" y="361312"/>
                  </a:lnTo>
                  <a:lnTo>
                    <a:pt x="1537965" y="322086"/>
                  </a:lnTo>
                  <a:lnTo>
                    <a:pt x="1569932" y="322086"/>
                  </a:lnTo>
                  <a:lnTo>
                    <a:pt x="1569932" y="301709"/>
                  </a:lnTo>
                  <a:lnTo>
                    <a:pt x="1602026" y="301709"/>
                  </a:lnTo>
                  <a:lnTo>
                    <a:pt x="1602026" y="301709"/>
                  </a:lnTo>
                  <a:lnTo>
                    <a:pt x="1633993" y="301709"/>
                  </a:lnTo>
                  <a:lnTo>
                    <a:pt x="1633993" y="280822"/>
                  </a:lnTo>
                  <a:lnTo>
                    <a:pt x="1666086" y="280822"/>
                  </a:lnTo>
                  <a:lnTo>
                    <a:pt x="1666086" y="280822"/>
                  </a:lnTo>
                  <a:lnTo>
                    <a:pt x="1698053" y="280822"/>
                  </a:lnTo>
                  <a:lnTo>
                    <a:pt x="1698053" y="280822"/>
                  </a:lnTo>
                  <a:lnTo>
                    <a:pt x="1730147" y="280822"/>
                  </a:lnTo>
                  <a:lnTo>
                    <a:pt x="1730147" y="280822"/>
                  </a:lnTo>
                  <a:lnTo>
                    <a:pt x="1762241" y="280822"/>
                  </a:lnTo>
                  <a:lnTo>
                    <a:pt x="1762241" y="280822"/>
                  </a:lnTo>
                  <a:lnTo>
                    <a:pt x="1794208" y="280822"/>
                  </a:lnTo>
                  <a:lnTo>
                    <a:pt x="1794208" y="280822"/>
                  </a:lnTo>
                  <a:lnTo>
                    <a:pt x="1826302" y="280822"/>
                  </a:lnTo>
                  <a:lnTo>
                    <a:pt x="1826302" y="257261"/>
                  </a:lnTo>
                  <a:lnTo>
                    <a:pt x="1858269" y="257261"/>
                  </a:lnTo>
                  <a:lnTo>
                    <a:pt x="1858269" y="257261"/>
                  </a:lnTo>
                  <a:lnTo>
                    <a:pt x="1890362" y="257261"/>
                  </a:lnTo>
                  <a:lnTo>
                    <a:pt x="1890362" y="233318"/>
                  </a:lnTo>
                  <a:lnTo>
                    <a:pt x="1922329" y="233318"/>
                  </a:lnTo>
                  <a:lnTo>
                    <a:pt x="1922329" y="233318"/>
                  </a:lnTo>
                  <a:lnTo>
                    <a:pt x="1954423" y="233318"/>
                  </a:lnTo>
                  <a:lnTo>
                    <a:pt x="1954423" y="233318"/>
                  </a:lnTo>
                  <a:lnTo>
                    <a:pt x="1986517" y="233318"/>
                  </a:lnTo>
                  <a:lnTo>
                    <a:pt x="1986517" y="233318"/>
                  </a:lnTo>
                  <a:lnTo>
                    <a:pt x="2018484" y="233318"/>
                  </a:lnTo>
                  <a:lnTo>
                    <a:pt x="2018484" y="233318"/>
                  </a:lnTo>
                  <a:lnTo>
                    <a:pt x="2050578" y="233318"/>
                  </a:lnTo>
                  <a:lnTo>
                    <a:pt x="2050578" y="233318"/>
                  </a:lnTo>
                  <a:lnTo>
                    <a:pt x="2082545" y="233318"/>
                  </a:lnTo>
                  <a:lnTo>
                    <a:pt x="2082545" y="233318"/>
                  </a:lnTo>
                  <a:lnTo>
                    <a:pt x="2114638" y="233318"/>
                  </a:lnTo>
                  <a:lnTo>
                    <a:pt x="2114638" y="206955"/>
                  </a:lnTo>
                  <a:lnTo>
                    <a:pt x="2146605" y="206955"/>
                  </a:lnTo>
                  <a:lnTo>
                    <a:pt x="2146605" y="180720"/>
                  </a:lnTo>
                  <a:lnTo>
                    <a:pt x="2178699" y="180720"/>
                  </a:lnTo>
                  <a:lnTo>
                    <a:pt x="2178699" y="180720"/>
                  </a:lnTo>
                  <a:lnTo>
                    <a:pt x="2210793" y="180720"/>
                  </a:lnTo>
                  <a:lnTo>
                    <a:pt x="2210793" y="122900"/>
                  </a:lnTo>
                  <a:lnTo>
                    <a:pt x="2242760" y="122900"/>
                  </a:lnTo>
                  <a:lnTo>
                    <a:pt x="2242760" y="122900"/>
                  </a:lnTo>
                  <a:lnTo>
                    <a:pt x="2274854" y="122900"/>
                  </a:lnTo>
                  <a:lnTo>
                    <a:pt x="2274854" y="93480"/>
                  </a:lnTo>
                  <a:lnTo>
                    <a:pt x="2306821" y="93480"/>
                  </a:lnTo>
                  <a:lnTo>
                    <a:pt x="2306821" y="62278"/>
                  </a:lnTo>
                  <a:lnTo>
                    <a:pt x="2338914" y="62278"/>
                  </a:lnTo>
                  <a:lnTo>
                    <a:pt x="2338914" y="62278"/>
                  </a:lnTo>
                  <a:lnTo>
                    <a:pt x="2370881" y="62278"/>
                  </a:lnTo>
                  <a:lnTo>
                    <a:pt x="2370881" y="62278"/>
                  </a:lnTo>
                  <a:lnTo>
                    <a:pt x="2402975" y="62278"/>
                  </a:lnTo>
                  <a:lnTo>
                    <a:pt x="2402975" y="62278"/>
                  </a:lnTo>
                  <a:lnTo>
                    <a:pt x="2435069" y="62278"/>
                  </a:lnTo>
                  <a:lnTo>
                    <a:pt x="2435069" y="31202"/>
                  </a:lnTo>
                  <a:lnTo>
                    <a:pt x="2467036" y="31202"/>
                  </a:lnTo>
                  <a:lnTo>
                    <a:pt x="2467036" y="31202"/>
                  </a:lnTo>
                  <a:lnTo>
                    <a:pt x="2499130" y="31202"/>
                  </a:lnTo>
                  <a:lnTo>
                    <a:pt x="2499130" y="31202"/>
                  </a:lnTo>
                  <a:lnTo>
                    <a:pt x="2531096" y="31202"/>
                  </a:lnTo>
                  <a:lnTo>
                    <a:pt x="2531096" y="31202"/>
                  </a:lnTo>
                  <a:lnTo>
                    <a:pt x="2563190" y="31202"/>
                  </a:lnTo>
                  <a:lnTo>
                    <a:pt x="2563190" y="0"/>
                  </a:lnTo>
                  <a:lnTo>
                    <a:pt x="2595157" y="0"/>
                  </a:lnTo>
                  <a:lnTo>
                    <a:pt x="2595157" y="0"/>
                  </a:lnTo>
                  <a:lnTo>
                    <a:pt x="2627251" y="0"/>
                  </a:lnTo>
                  <a:lnTo>
                    <a:pt x="2627251" y="0"/>
                  </a:lnTo>
                  <a:lnTo>
                    <a:pt x="2659345" y="0"/>
                  </a:lnTo>
                  <a:lnTo>
                    <a:pt x="2659345" y="0"/>
                  </a:lnTo>
                  <a:lnTo>
                    <a:pt x="2691312" y="0"/>
                  </a:lnTo>
                  <a:lnTo>
                    <a:pt x="2691312" y="0"/>
                  </a:lnTo>
                  <a:lnTo>
                    <a:pt x="2723406" y="0"/>
                  </a:lnTo>
                  <a:lnTo>
                    <a:pt x="2723406" y="0"/>
                  </a:lnTo>
                  <a:lnTo>
                    <a:pt x="2755373" y="0"/>
                  </a:lnTo>
                  <a:lnTo>
                    <a:pt x="2755373" y="0"/>
                  </a:lnTo>
                  <a:lnTo>
                    <a:pt x="2787466" y="0"/>
                  </a:lnTo>
                  <a:lnTo>
                    <a:pt x="2787466" y="0"/>
                  </a:lnTo>
                  <a:lnTo>
                    <a:pt x="2819433" y="0"/>
                  </a:lnTo>
                  <a:lnTo>
                    <a:pt x="2819433" y="0"/>
                  </a:lnTo>
                  <a:lnTo>
                    <a:pt x="2851527" y="0"/>
                  </a:lnTo>
                  <a:lnTo>
                    <a:pt x="2851527" y="0"/>
                  </a:lnTo>
                  <a:lnTo>
                    <a:pt x="2883621" y="0"/>
                  </a:lnTo>
                  <a:lnTo>
                    <a:pt x="2883621" y="0"/>
                  </a:lnTo>
                </a:path>
              </a:pathLst>
            </a:custGeom>
            <a:noFill/>
            <a:ln w="27121" cap="flat">
              <a:solidFill>
                <a:srgbClr val="8C8C8C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53ECD64D-F9FD-58D0-32C9-90D8456223DB}"/>
                </a:ext>
              </a:extLst>
            </p:cNvPr>
            <p:cNvSpPr/>
            <p:nvPr/>
          </p:nvSpPr>
          <p:spPr>
            <a:xfrm>
              <a:off x="1261540" y="3420518"/>
              <a:ext cx="2883620" cy="1642906"/>
            </a:xfrm>
            <a:custGeom>
              <a:avLst/>
              <a:gdLst>
                <a:gd name="csX0" fmla="*/ 0 w 2883620"/>
                <a:gd name="csY0" fmla="*/ 1642907 h 1642906"/>
                <a:gd name="csX1" fmla="*/ 32094 w 2883620"/>
                <a:gd name="csY1" fmla="*/ 1642907 h 1642906"/>
                <a:gd name="csX2" fmla="*/ 32094 w 2883620"/>
                <a:gd name="csY2" fmla="*/ 1542422 h 1642906"/>
                <a:gd name="csX3" fmla="*/ 64061 w 2883620"/>
                <a:gd name="csY3" fmla="*/ 1542422 h 1642906"/>
                <a:gd name="csX4" fmla="*/ 64061 w 2883620"/>
                <a:gd name="csY4" fmla="*/ 1471867 h 1642906"/>
                <a:gd name="csX5" fmla="*/ 96155 w 2883620"/>
                <a:gd name="csY5" fmla="*/ 1471867 h 1642906"/>
                <a:gd name="csX6" fmla="*/ 96155 w 2883620"/>
                <a:gd name="csY6" fmla="*/ 1432768 h 1642906"/>
                <a:gd name="csX7" fmla="*/ 128249 w 2883620"/>
                <a:gd name="csY7" fmla="*/ 1432768 h 1642906"/>
                <a:gd name="csX8" fmla="*/ 128249 w 2883620"/>
                <a:gd name="csY8" fmla="*/ 1432768 h 1642906"/>
                <a:gd name="csX9" fmla="*/ 160215 w 2883620"/>
                <a:gd name="csY9" fmla="*/ 1432768 h 1642906"/>
                <a:gd name="csX10" fmla="*/ 160215 w 2883620"/>
                <a:gd name="csY10" fmla="*/ 1407551 h 1642906"/>
                <a:gd name="csX11" fmla="*/ 192309 w 2883620"/>
                <a:gd name="csY11" fmla="*/ 1407551 h 1642906"/>
                <a:gd name="csX12" fmla="*/ 192309 w 2883620"/>
                <a:gd name="csY12" fmla="*/ 1407551 h 1642906"/>
                <a:gd name="csX13" fmla="*/ 224276 w 2883620"/>
                <a:gd name="csY13" fmla="*/ 1407551 h 1642906"/>
                <a:gd name="csX14" fmla="*/ 224276 w 2883620"/>
                <a:gd name="csY14" fmla="*/ 1407551 h 1642906"/>
                <a:gd name="csX15" fmla="*/ 256370 w 2883620"/>
                <a:gd name="csY15" fmla="*/ 1407551 h 1642906"/>
                <a:gd name="csX16" fmla="*/ 256370 w 2883620"/>
                <a:gd name="csY16" fmla="*/ 1378768 h 1642906"/>
                <a:gd name="csX17" fmla="*/ 288337 w 2883620"/>
                <a:gd name="csY17" fmla="*/ 1378768 h 1642906"/>
                <a:gd name="csX18" fmla="*/ 288337 w 2883620"/>
                <a:gd name="csY18" fmla="*/ 1378768 h 1642906"/>
                <a:gd name="csX19" fmla="*/ 320431 w 2883620"/>
                <a:gd name="csY19" fmla="*/ 1378768 h 1642906"/>
                <a:gd name="csX20" fmla="*/ 320431 w 2883620"/>
                <a:gd name="csY20" fmla="*/ 1378768 h 1642906"/>
                <a:gd name="csX21" fmla="*/ 352525 w 2883620"/>
                <a:gd name="csY21" fmla="*/ 1378768 h 1642906"/>
                <a:gd name="csX22" fmla="*/ 352525 w 2883620"/>
                <a:gd name="csY22" fmla="*/ 1353170 h 1642906"/>
                <a:gd name="csX23" fmla="*/ 384491 w 2883620"/>
                <a:gd name="csY23" fmla="*/ 1353170 h 1642906"/>
                <a:gd name="csX24" fmla="*/ 384491 w 2883620"/>
                <a:gd name="csY24" fmla="*/ 1353170 h 1642906"/>
                <a:gd name="csX25" fmla="*/ 416585 w 2883620"/>
                <a:gd name="csY25" fmla="*/ 1353170 h 1642906"/>
                <a:gd name="csX26" fmla="*/ 416585 w 2883620"/>
                <a:gd name="csY26" fmla="*/ 1327189 h 1642906"/>
                <a:gd name="csX27" fmla="*/ 448552 w 2883620"/>
                <a:gd name="csY27" fmla="*/ 1327189 h 1642906"/>
                <a:gd name="csX28" fmla="*/ 448552 w 2883620"/>
                <a:gd name="csY28" fmla="*/ 1297897 h 1642906"/>
                <a:gd name="csX29" fmla="*/ 480646 w 2883620"/>
                <a:gd name="csY29" fmla="*/ 1297897 h 1642906"/>
                <a:gd name="csX30" fmla="*/ 480646 w 2883620"/>
                <a:gd name="csY30" fmla="*/ 1297897 h 1642906"/>
                <a:gd name="csX31" fmla="*/ 512613 w 2883620"/>
                <a:gd name="csY31" fmla="*/ 1297897 h 1642906"/>
                <a:gd name="csX32" fmla="*/ 512613 w 2883620"/>
                <a:gd name="csY32" fmla="*/ 1297897 h 1642906"/>
                <a:gd name="csX33" fmla="*/ 544707 w 2883620"/>
                <a:gd name="csY33" fmla="*/ 1297897 h 1642906"/>
                <a:gd name="csX34" fmla="*/ 544707 w 2883620"/>
                <a:gd name="csY34" fmla="*/ 1242369 h 1642906"/>
                <a:gd name="csX35" fmla="*/ 576801 w 2883620"/>
                <a:gd name="csY35" fmla="*/ 1242369 h 1642906"/>
                <a:gd name="csX36" fmla="*/ 576801 w 2883620"/>
                <a:gd name="csY36" fmla="*/ 1209001 h 1642906"/>
                <a:gd name="csX37" fmla="*/ 608767 w 2883620"/>
                <a:gd name="csY37" fmla="*/ 1209001 h 1642906"/>
                <a:gd name="csX38" fmla="*/ 608767 w 2883620"/>
                <a:gd name="csY38" fmla="*/ 1209001 h 1642906"/>
                <a:gd name="csX39" fmla="*/ 640861 w 2883620"/>
                <a:gd name="csY39" fmla="*/ 1209001 h 1642906"/>
                <a:gd name="csX40" fmla="*/ 640861 w 2883620"/>
                <a:gd name="csY40" fmla="*/ 1177671 h 1642906"/>
                <a:gd name="csX41" fmla="*/ 672828 w 2883620"/>
                <a:gd name="csY41" fmla="*/ 1177671 h 1642906"/>
                <a:gd name="csX42" fmla="*/ 672828 w 2883620"/>
                <a:gd name="csY42" fmla="*/ 1177671 h 1642906"/>
                <a:gd name="csX43" fmla="*/ 704922 w 2883620"/>
                <a:gd name="csY43" fmla="*/ 1177671 h 1642906"/>
                <a:gd name="csX44" fmla="*/ 704922 w 2883620"/>
                <a:gd name="csY44" fmla="*/ 1144559 h 1642906"/>
                <a:gd name="csX45" fmla="*/ 736889 w 2883620"/>
                <a:gd name="csY45" fmla="*/ 1144559 h 1642906"/>
                <a:gd name="csX46" fmla="*/ 736889 w 2883620"/>
                <a:gd name="csY46" fmla="*/ 1144559 h 1642906"/>
                <a:gd name="csX47" fmla="*/ 768983 w 2883620"/>
                <a:gd name="csY47" fmla="*/ 1144559 h 1642906"/>
                <a:gd name="csX48" fmla="*/ 768983 w 2883620"/>
                <a:gd name="csY48" fmla="*/ 1144559 h 1642906"/>
                <a:gd name="csX49" fmla="*/ 801077 w 2883620"/>
                <a:gd name="csY49" fmla="*/ 1144559 h 1642906"/>
                <a:gd name="csX50" fmla="*/ 801077 w 2883620"/>
                <a:gd name="csY50" fmla="*/ 1110554 h 1642906"/>
                <a:gd name="csX51" fmla="*/ 833043 w 2883620"/>
                <a:gd name="csY51" fmla="*/ 1110554 h 1642906"/>
                <a:gd name="csX52" fmla="*/ 833043 w 2883620"/>
                <a:gd name="csY52" fmla="*/ 1110554 h 1642906"/>
                <a:gd name="csX53" fmla="*/ 865137 w 2883620"/>
                <a:gd name="csY53" fmla="*/ 1110554 h 1642906"/>
                <a:gd name="csX54" fmla="*/ 865137 w 2883620"/>
                <a:gd name="csY54" fmla="*/ 1077314 h 1642906"/>
                <a:gd name="csX55" fmla="*/ 897104 w 2883620"/>
                <a:gd name="csY55" fmla="*/ 1077314 h 1642906"/>
                <a:gd name="csX56" fmla="*/ 897104 w 2883620"/>
                <a:gd name="csY56" fmla="*/ 1077314 h 1642906"/>
                <a:gd name="csX57" fmla="*/ 929198 w 2883620"/>
                <a:gd name="csY57" fmla="*/ 1077314 h 1642906"/>
                <a:gd name="csX58" fmla="*/ 929198 w 2883620"/>
                <a:gd name="csY58" fmla="*/ 1077314 h 1642906"/>
                <a:gd name="csX59" fmla="*/ 961165 w 2883620"/>
                <a:gd name="csY59" fmla="*/ 1077314 h 1642906"/>
                <a:gd name="csX60" fmla="*/ 961165 w 2883620"/>
                <a:gd name="csY60" fmla="*/ 1077314 h 1642906"/>
                <a:gd name="csX61" fmla="*/ 993258 w 2883620"/>
                <a:gd name="csY61" fmla="*/ 1077314 h 1642906"/>
                <a:gd name="csX62" fmla="*/ 993258 w 2883620"/>
                <a:gd name="csY62" fmla="*/ 1036432 h 1642906"/>
                <a:gd name="csX63" fmla="*/ 1025225 w 2883620"/>
                <a:gd name="csY63" fmla="*/ 1036432 h 1642906"/>
                <a:gd name="csX64" fmla="*/ 1025225 w 2883620"/>
                <a:gd name="csY64" fmla="*/ 1036432 h 1642906"/>
                <a:gd name="csX65" fmla="*/ 1057319 w 2883620"/>
                <a:gd name="csY65" fmla="*/ 1036432 h 1642906"/>
                <a:gd name="csX66" fmla="*/ 1057319 w 2883620"/>
                <a:gd name="csY66" fmla="*/ 1036432 h 1642906"/>
                <a:gd name="csX67" fmla="*/ 1089413 w 2883620"/>
                <a:gd name="csY67" fmla="*/ 1036432 h 1642906"/>
                <a:gd name="csX68" fmla="*/ 1089413 w 2883620"/>
                <a:gd name="csY68" fmla="*/ 1036432 h 1642906"/>
                <a:gd name="csX69" fmla="*/ 1121380 w 2883620"/>
                <a:gd name="csY69" fmla="*/ 1036432 h 1642906"/>
                <a:gd name="csX70" fmla="*/ 1121380 w 2883620"/>
                <a:gd name="csY70" fmla="*/ 998607 h 1642906"/>
                <a:gd name="csX71" fmla="*/ 1153474 w 2883620"/>
                <a:gd name="csY71" fmla="*/ 998607 h 1642906"/>
                <a:gd name="csX72" fmla="*/ 1153474 w 2883620"/>
                <a:gd name="csY72" fmla="*/ 958108 h 1642906"/>
                <a:gd name="csX73" fmla="*/ 1185441 w 2883620"/>
                <a:gd name="csY73" fmla="*/ 958108 h 1642906"/>
                <a:gd name="csX74" fmla="*/ 1185441 w 2883620"/>
                <a:gd name="csY74" fmla="*/ 958108 h 1642906"/>
                <a:gd name="csX75" fmla="*/ 1217534 w 2883620"/>
                <a:gd name="csY75" fmla="*/ 958108 h 1642906"/>
                <a:gd name="csX76" fmla="*/ 1217534 w 2883620"/>
                <a:gd name="csY76" fmla="*/ 958108 h 1642906"/>
                <a:gd name="csX77" fmla="*/ 1249501 w 2883620"/>
                <a:gd name="csY77" fmla="*/ 958108 h 1642906"/>
                <a:gd name="csX78" fmla="*/ 1249501 w 2883620"/>
                <a:gd name="csY78" fmla="*/ 958108 h 1642906"/>
                <a:gd name="csX79" fmla="*/ 1281595 w 2883620"/>
                <a:gd name="csY79" fmla="*/ 958108 h 1642906"/>
                <a:gd name="csX80" fmla="*/ 1281595 w 2883620"/>
                <a:gd name="csY80" fmla="*/ 958108 h 1642906"/>
                <a:gd name="csX81" fmla="*/ 1313689 w 2883620"/>
                <a:gd name="csY81" fmla="*/ 958108 h 1642906"/>
                <a:gd name="csX82" fmla="*/ 1313689 w 2883620"/>
                <a:gd name="csY82" fmla="*/ 889462 h 1642906"/>
                <a:gd name="csX83" fmla="*/ 1345656 w 2883620"/>
                <a:gd name="csY83" fmla="*/ 889462 h 1642906"/>
                <a:gd name="csX84" fmla="*/ 1345656 w 2883620"/>
                <a:gd name="csY84" fmla="*/ 845524 h 1642906"/>
                <a:gd name="csX85" fmla="*/ 1377750 w 2883620"/>
                <a:gd name="csY85" fmla="*/ 845524 h 1642906"/>
                <a:gd name="csX86" fmla="*/ 1377750 w 2883620"/>
                <a:gd name="csY86" fmla="*/ 845524 h 1642906"/>
                <a:gd name="csX87" fmla="*/ 1409717 w 2883620"/>
                <a:gd name="csY87" fmla="*/ 845524 h 1642906"/>
                <a:gd name="csX88" fmla="*/ 1409717 w 2883620"/>
                <a:gd name="csY88" fmla="*/ 845524 h 1642906"/>
                <a:gd name="csX89" fmla="*/ 1441810 w 2883620"/>
                <a:gd name="csY89" fmla="*/ 845524 h 1642906"/>
                <a:gd name="csX90" fmla="*/ 1441810 w 2883620"/>
                <a:gd name="csY90" fmla="*/ 845524 h 1642906"/>
                <a:gd name="csX91" fmla="*/ 1473777 w 2883620"/>
                <a:gd name="csY91" fmla="*/ 845524 h 1642906"/>
                <a:gd name="csX92" fmla="*/ 1473777 w 2883620"/>
                <a:gd name="csY92" fmla="*/ 845524 h 1642906"/>
                <a:gd name="csX93" fmla="*/ 1505871 w 2883620"/>
                <a:gd name="csY93" fmla="*/ 845524 h 1642906"/>
                <a:gd name="csX94" fmla="*/ 1505871 w 2883620"/>
                <a:gd name="csY94" fmla="*/ 845524 h 1642906"/>
                <a:gd name="csX95" fmla="*/ 1537965 w 2883620"/>
                <a:gd name="csY95" fmla="*/ 845524 h 1642906"/>
                <a:gd name="csX96" fmla="*/ 1537965 w 2883620"/>
                <a:gd name="csY96" fmla="*/ 796237 h 1642906"/>
                <a:gd name="csX97" fmla="*/ 1569932 w 2883620"/>
                <a:gd name="csY97" fmla="*/ 796237 h 1642906"/>
                <a:gd name="csX98" fmla="*/ 1569932 w 2883620"/>
                <a:gd name="csY98" fmla="*/ 796237 h 1642906"/>
                <a:gd name="csX99" fmla="*/ 1602026 w 2883620"/>
                <a:gd name="csY99" fmla="*/ 796237 h 1642906"/>
                <a:gd name="csX100" fmla="*/ 1602026 w 2883620"/>
                <a:gd name="csY100" fmla="*/ 751280 h 1642906"/>
                <a:gd name="csX101" fmla="*/ 1633993 w 2883620"/>
                <a:gd name="csY101" fmla="*/ 751280 h 1642906"/>
                <a:gd name="csX102" fmla="*/ 1633993 w 2883620"/>
                <a:gd name="csY102" fmla="*/ 751280 h 1642906"/>
                <a:gd name="csX103" fmla="*/ 1666086 w 2883620"/>
                <a:gd name="csY103" fmla="*/ 751280 h 1642906"/>
                <a:gd name="csX104" fmla="*/ 1666086 w 2883620"/>
                <a:gd name="csY104" fmla="*/ 751280 h 1642906"/>
                <a:gd name="csX105" fmla="*/ 1698053 w 2883620"/>
                <a:gd name="csY105" fmla="*/ 751280 h 1642906"/>
                <a:gd name="csX106" fmla="*/ 1698053 w 2883620"/>
                <a:gd name="csY106" fmla="*/ 751280 h 1642906"/>
                <a:gd name="csX107" fmla="*/ 1730147 w 2883620"/>
                <a:gd name="csY107" fmla="*/ 751280 h 1642906"/>
                <a:gd name="csX108" fmla="*/ 1730147 w 2883620"/>
                <a:gd name="csY108" fmla="*/ 751280 h 1642906"/>
                <a:gd name="csX109" fmla="*/ 1762241 w 2883620"/>
                <a:gd name="csY109" fmla="*/ 751280 h 1642906"/>
                <a:gd name="csX110" fmla="*/ 1762241 w 2883620"/>
                <a:gd name="csY110" fmla="*/ 700464 h 1642906"/>
                <a:gd name="csX111" fmla="*/ 1794208 w 2883620"/>
                <a:gd name="csY111" fmla="*/ 700464 h 1642906"/>
                <a:gd name="csX112" fmla="*/ 1794208 w 2883620"/>
                <a:gd name="csY112" fmla="*/ 700464 h 1642906"/>
                <a:gd name="csX113" fmla="*/ 1826302 w 2883620"/>
                <a:gd name="csY113" fmla="*/ 700464 h 1642906"/>
                <a:gd name="csX114" fmla="*/ 1826302 w 2883620"/>
                <a:gd name="csY114" fmla="*/ 626215 h 1642906"/>
                <a:gd name="csX115" fmla="*/ 1858269 w 2883620"/>
                <a:gd name="csY115" fmla="*/ 626215 h 1642906"/>
                <a:gd name="csX116" fmla="*/ 1858269 w 2883620"/>
                <a:gd name="csY116" fmla="*/ 626215 h 1642906"/>
                <a:gd name="csX117" fmla="*/ 1890362 w 2883620"/>
                <a:gd name="csY117" fmla="*/ 626215 h 1642906"/>
                <a:gd name="csX118" fmla="*/ 1890362 w 2883620"/>
                <a:gd name="csY118" fmla="*/ 626215 h 1642906"/>
                <a:gd name="csX119" fmla="*/ 1922329 w 2883620"/>
                <a:gd name="csY119" fmla="*/ 626215 h 1642906"/>
                <a:gd name="csX120" fmla="*/ 1922329 w 2883620"/>
                <a:gd name="csY120" fmla="*/ 626215 h 1642906"/>
                <a:gd name="csX121" fmla="*/ 1954423 w 2883620"/>
                <a:gd name="csY121" fmla="*/ 626215 h 1642906"/>
                <a:gd name="csX122" fmla="*/ 1954423 w 2883620"/>
                <a:gd name="csY122" fmla="*/ 626215 h 1642906"/>
                <a:gd name="csX123" fmla="*/ 1986517 w 2883620"/>
                <a:gd name="csY123" fmla="*/ 626215 h 1642906"/>
                <a:gd name="csX124" fmla="*/ 1986517 w 2883620"/>
                <a:gd name="csY124" fmla="*/ 626215 h 1642906"/>
                <a:gd name="csX125" fmla="*/ 2018484 w 2883620"/>
                <a:gd name="csY125" fmla="*/ 626215 h 1642906"/>
                <a:gd name="csX126" fmla="*/ 2018484 w 2883620"/>
                <a:gd name="csY126" fmla="*/ 626215 h 1642906"/>
                <a:gd name="csX127" fmla="*/ 2050578 w 2883620"/>
                <a:gd name="csY127" fmla="*/ 626215 h 1642906"/>
                <a:gd name="csX128" fmla="*/ 2050578 w 2883620"/>
                <a:gd name="csY128" fmla="*/ 626215 h 1642906"/>
                <a:gd name="csX129" fmla="*/ 2082545 w 2883620"/>
                <a:gd name="csY129" fmla="*/ 626215 h 1642906"/>
                <a:gd name="csX130" fmla="*/ 2082545 w 2883620"/>
                <a:gd name="csY130" fmla="*/ 564574 h 1642906"/>
                <a:gd name="csX131" fmla="*/ 2114638 w 2883620"/>
                <a:gd name="csY131" fmla="*/ 564574 h 1642906"/>
                <a:gd name="csX132" fmla="*/ 2114638 w 2883620"/>
                <a:gd name="csY132" fmla="*/ 496056 h 1642906"/>
                <a:gd name="csX133" fmla="*/ 2146605 w 2883620"/>
                <a:gd name="csY133" fmla="*/ 496056 h 1642906"/>
                <a:gd name="csX134" fmla="*/ 2146605 w 2883620"/>
                <a:gd name="csY134" fmla="*/ 435179 h 1642906"/>
                <a:gd name="csX135" fmla="*/ 2178699 w 2883620"/>
                <a:gd name="csY135" fmla="*/ 435179 h 1642906"/>
                <a:gd name="csX136" fmla="*/ 2178699 w 2883620"/>
                <a:gd name="csY136" fmla="*/ 435179 h 1642906"/>
                <a:gd name="csX137" fmla="*/ 2210793 w 2883620"/>
                <a:gd name="csY137" fmla="*/ 435179 h 1642906"/>
                <a:gd name="csX138" fmla="*/ 2210793 w 2883620"/>
                <a:gd name="csY138" fmla="*/ 435179 h 1642906"/>
                <a:gd name="csX139" fmla="*/ 2242760 w 2883620"/>
                <a:gd name="csY139" fmla="*/ 435179 h 1642906"/>
                <a:gd name="csX140" fmla="*/ 2242760 w 2883620"/>
                <a:gd name="csY140" fmla="*/ 435179 h 1642906"/>
                <a:gd name="csX141" fmla="*/ 2274854 w 2883620"/>
                <a:gd name="csY141" fmla="*/ 435179 h 1642906"/>
                <a:gd name="csX142" fmla="*/ 2274854 w 2883620"/>
                <a:gd name="csY142" fmla="*/ 435179 h 1642906"/>
                <a:gd name="csX143" fmla="*/ 2306821 w 2883620"/>
                <a:gd name="csY143" fmla="*/ 435179 h 1642906"/>
                <a:gd name="csX144" fmla="*/ 2306821 w 2883620"/>
                <a:gd name="csY144" fmla="*/ 336478 h 1642906"/>
                <a:gd name="csX145" fmla="*/ 2338914 w 2883620"/>
                <a:gd name="csY145" fmla="*/ 336478 h 1642906"/>
                <a:gd name="csX146" fmla="*/ 2338914 w 2883620"/>
                <a:gd name="csY146" fmla="*/ 336478 h 1642906"/>
                <a:gd name="csX147" fmla="*/ 2370881 w 2883620"/>
                <a:gd name="csY147" fmla="*/ 336478 h 1642906"/>
                <a:gd name="csX148" fmla="*/ 2370881 w 2883620"/>
                <a:gd name="csY148" fmla="*/ 336478 h 1642906"/>
                <a:gd name="csX149" fmla="*/ 2402975 w 2883620"/>
                <a:gd name="csY149" fmla="*/ 336478 h 1642906"/>
                <a:gd name="csX150" fmla="*/ 2402975 w 2883620"/>
                <a:gd name="csY150" fmla="*/ 336478 h 1642906"/>
                <a:gd name="csX151" fmla="*/ 2435069 w 2883620"/>
                <a:gd name="csY151" fmla="*/ 336478 h 1642906"/>
                <a:gd name="csX152" fmla="*/ 2435069 w 2883620"/>
                <a:gd name="csY152" fmla="*/ 336478 h 1642906"/>
                <a:gd name="csX153" fmla="*/ 2467036 w 2883620"/>
                <a:gd name="csY153" fmla="*/ 336478 h 1642906"/>
                <a:gd name="csX154" fmla="*/ 2467036 w 2883620"/>
                <a:gd name="csY154" fmla="*/ 336478 h 1642906"/>
                <a:gd name="csX155" fmla="*/ 2499130 w 2883620"/>
                <a:gd name="csY155" fmla="*/ 336478 h 1642906"/>
                <a:gd name="csX156" fmla="*/ 2499130 w 2883620"/>
                <a:gd name="csY156" fmla="*/ 336478 h 1642906"/>
                <a:gd name="csX157" fmla="*/ 2531096 w 2883620"/>
                <a:gd name="csY157" fmla="*/ 336478 h 1642906"/>
                <a:gd name="csX158" fmla="*/ 2531096 w 2883620"/>
                <a:gd name="csY158" fmla="*/ 336478 h 1642906"/>
                <a:gd name="csX159" fmla="*/ 2563190 w 2883620"/>
                <a:gd name="csY159" fmla="*/ 336478 h 1642906"/>
                <a:gd name="csX160" fmla="*/ 2563190 w 2883620"/>
                <a:gd name="csY160" fmla="*/ 336478 h 1642906"/>
                <a:gd name="csX161" fmla="*/ 2595157 w 2883620"/>
                <a:gd name="csY161" fmla="*/ 336478 h 1642906"/>
                <a:gd name="csX162" fmla="*/ 2595157 w 2883620"/>
                <a:gd name="csY162" fmla="*/ 336478 h 1642906"/>
                <a:gd name="csX163" fmla="*/ 2627251 w 2883620"/>
                <a:gd name="csY163" fmla="*/ 336478 h 1642906"/>
                <a:gd name="csX164" fmla="*/ 2627251 w 2883620"/>
                <a:gd name="csY164" fmla="*/ 114239 h 1642906"/>
                <a:gd name="csX165" fmla="*/ 2659345 w 2883620"/>
                <a:gd name="csY165" fmla="*/ 114239 h 1642906"/>
                <a:gd name="csX166" fmla="*/ 2659345 w 2883620"/>
                <a:gd name="csY166" fmla="*/ 114239 h 1642906"/>
                <a:gd name="csX167" fmla="*/ 2691312 w 2883620"/>
                <a:gd name="csY167" fmla="*/ 114239 h 1642906"/>
                <a:gd name="csX168" fmla="*/ 2691312 w 2883620"/>
                <a:gd name="csY168" fmla="*/ 114239 h 1642906"/>
                <a:gd name="csX169" fmla="*/ 2723406 w 2883620"/>
                <a:gd name="csY169" fmla="*/ 114239 h 1642906"/>
                <a:gd name="csX170" fmla="*/ 2723406 w 2883620"/>
                <a:gd name="csY170" fmla="*/ 114239 h 1642906"/>
                <a:gd name="csX171" fmla="*/ 2755373 w 2883620"/>
                <a:gd name="csY171" fmla="*/ 114239 h 1642906"/>
                <a:gd name="csX172" fmla="*/ 2755373 w 2883620"/>
                <a:gd name="csY172" fmla="*/ 114239 h 1642906"/>
                <a:gd name="csX173" fmla="*/ 2787466 w 2883620"/>
                <a:gd name="csY173" fmla="*/ 114239 h 1642906"/>
                <a:gd name="csX174" fmla="*/ 2787466 w 2883620"/>
                <a:gd name="csY174" fmla="*/ 114239 h 1642906"/>
                <a:gd name="csX175" fmla="*/ 2819433 w 2883620"/>
                <a:gd name="csY175" fmla="*/ 114239 h 1642906"/>
                <a:gd name="csX176" fmla="*/ 2819433 w 2883620"/>
                <a:gd name="csY176" fmla="*/ 114239 h 1642906"/>
                <a:gd name="csX177" fmla="*/ 2851527 w 2883620"/>
                <a:gd name="csY177" fmla="*/ 114239 h 1642906"/>
                <a:gd name="csX178" fmla="*/ 2851527 w 2883620"/>
                <a:gd name="csY178" fmla="*/ 114239 h 1642906"/>
                <a:gd name="csX179" fmla="*/ 2883621 w 2883620"/>
                <a:gd name="csY179" fmla="*/ 114239 h 1642906"/>
                <a:gd name="csX180" fmla="*/ 2883621 w 2883620"/>
                <a:gd name="csY180" fmla="*/ 0 h 16429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</a:cxnLst>
              <a:rect l="l" t="t" r="r" b="b"/>
              <a:pathLst>
                <a:path w="2883620" h="1642906">
                  <a:moveTo>
                    <a:pt x="0" y="1642907"/>
                  </a:moveTo>
                  <a:lnTo>
                    <a:pt x="32094" y="1642907"/>
                  </a:lnTo>
                  <a:lnTo>
                    <a:pt x="32094" y="1542422"/>
                  </a:lnTo>
                  <a:lnTo>
                    <a:pt x="64061" y="1542422"/>
                  </a:lnTo>
                  <a:lnTo>
                    <a:pt x="64061" y="1471867"/>
                  </a:lnTo>
                  <a:lnTo>
                    <a:pt x="96155" y="1471867"/>
                  </a:lnTo>
                  <a:lnTo>
                    <a:pt x="96155" y="1432768"/>
                  </a:lnTo>
                  <a:lnTo>
                    <a:pt x="128249" y="1432768"/>
                  </a:lnTo>
                  <a:lnTo>
                    <a:pt x="128249" y="1432768"/>
                  </a:lnTo>
                  <a:lnTo>
                    <a:pt x="160215" y="1432768"/>
                  </a:lnTo>
                  <a:lnTo>
                    <a:pt x="160215" y="1407551"/>
                  </a:lnTo>
                  <a:lnTo>
                    <a:pt x="192309" y="1407551"/>
                  </a:lnTo>
                  <a:lnTo>
                    <a:pt x="192309" y="1407551"/>
                  </a:lnTo>
                  <a:lnTo>
                    <a:pt x="224276" y="1407551"/>
                  </a:lnTo>
                  <a:lnTo>
                    <a:pt x="224276" y="1407551"/>
                  </a:lnTo>
                  <a:lnTo>
                    <a:pt x="256370" y="1407551"/>
                  </a:lnTo>
                  <a:lnTo>
                    <a:pt x="256370" y="1378768"/>
                  </a:lnTo>
                  <a:lnTo>
                    <a:pt x="288337" y="1378768"/>
                  </a:lnTo>
                  <a:lnTo>
                    <a:pt x="288337" y="1378768"/>
                  </a:lnTo>
                  <a:lnTo>
                    <a:pt x="320431" y="1378768"/>
                  </a:lnTo>
                  <a:lnTo>
                    <a:pt x="320431" y="1378768"/>
                  </a:lnTo>
                  <a:lnTo>
                    <a:pt x="352525" y="1378768"/>
                  </a:lnTo>
                  <a:lnTo>
                    <a:pt x="352525" y="1353170"/>
                  </a:lnTo>
                  <a:lnTo>
                    <a:pt x="384491" y="1353170"/>
                  </a:lnTo>
                  <a:lnTo>
                    <a:pt x="384491" y="1353170"/>
                  </a:lnTo>
                  <a:lnTo>
                    <a:pt x="416585" y="1353170"/>
                  </a:lnTo>
                  <a:lnTo>
                    <a:pt x="416585" y="1327189"/>
                  </a:lnTo>
                  <a:lnTo>
                    <a:pt x="448552" y="1327189"/>
                  </a:lnTo>
                  <a:lnTo>
                    <a:pt x="448552" y="1297897"/>
                  </a:lnTo>
                  <a:lnTo>
                    <a:pt x="480646" y="1297897"/>
                  </a:lnTo>
                  <a:lnTo>
                    <a:pt x="480646" y="1297897"/>
                  </a:lnTo>
                  <a:lnTo>
                    <a:pt x="512613" y="1297897"/>
                  </a:lnTo>
                  <a:lnTo>
                    <a:pt x="512613" y="1297897"/>
                  </a:lnTo>
                  <a:lnTo>
                    <a:pt x="544707" y="1297897"/>
                  </a:lnTo>
                  <a:lnTo>
                    <a:pt x="544707" y="1242369"/>
                  </a:lnTo>
                  <a:lnTo>
                    <a:pt x="576801" y="1242369"/>
                  </a:lnTo>
                  <a:lnTo>
                    <a:pt x="576801" y="1209001"/>
                  </a:lnTo>
                  <a:lnTo>
                    <a:pt x="608767" y="1209001"/>
                  </a:lnTo>
                  <a:lnTo>
                    <a:pt x="608767" y="1209001"/>
                  </a:lnTo>
                  <a:lnTo>
                    <a:pt x="640861" y="1209001"/>
                  </a:lnTo>
                  <a:lnTo>
                    <a:pt x="640861" y="1177671"/>
                  </a:lnTo>
                  <a:lnTo>
                    <a:pt x="672828" y="1177671"/>
                  </a:lnTo>
                  <a:lnTo>
                    <a:pt x="672828" y="1177671"/>
                  </a:lnTo>
                  <a:lnTo>
                    <a:pt x="704922" y="1177671"/>
                  </a:lnTo>
                  <a:lnTo>
                    <a:pt x="704922" y="1144559"/>
                  </a:lnTo>
                  <a:lnTo>
                    <a:pt x="736889" y="1144559"/>
                  </a:lnTo>
                  <a:lnTo>
                    <a:pt x="736889" y="1144559"/>
                  </a:lnTo>
                  <a:lnTo>
                    <a:pt x="768983" y="1144559"/>
                  </a:lnTo>
                  <a:lnTo>
                    <a:pt x="768983" y="1144559"/>
                  </a:lnTo>
                  <a:lnTo>
                    <a:pt x="801077" y="1144559"/>
                  </a:lnTo>
                  <a:lnTo>
                    <a:pt x="801077" y="1110554"/>
                  </a:lnTo>
                  <a:lnTo>
                    <a:pt x="833043" y="1110554"/>
                  </a:lnTo>
                  <a:lnTo>
                    <a:pt x="833043" y="1110554"/>
                  </a:lnTo>
                  <a:lnTo>
                    <a:pt x="865137" y="1110554"/>
                  </a:lnTo>
                  <a:lnTo>
                    <a:pt x="865137" y="1077314"/>
                  </a:lnTo>
                  <a:lnTo>
                    <a:pt x="897104" y="1077314"/>
                  </a:lnTo>
                  <a:lnTo>
                    <a:pt x="897104" y="1077314"/>
                  </a:lnTo>
                  <a:lnTo>
                    <a:pt x="929198" y="1077314"/>
                  </a:lnTo>
                  <a:lnTo>
                    <a:pt x="929198" y="1077314"/>
                  </a:lnTo>
                  <a:lnTo>
                    <a:pt x="961165" y="1077314"/>
                  </a:lnTo>
                  <a:lnTo>
                    <a:pt x="961165" y="1077314"/>
                  </a:lnTo>
                  <a:lnTo>
                    <a:pt x="993258" y="1077314"/>
                  </a:lnTo>
                  <a:lnTo>
                    <a:pt x="993258" y="1036432"/>
                  </a:lnTo>
                  <a:lnTo>
                    <a:pt x="1025225" y="1036432"/>
                  </a:lnTo>
                  <a:lnTo>
                    <a:pt x="1025225" y="1036432"/>
                  </a:lnTo>
                  <a:lnTo>
                    <a:pt x="1057319" y="1036432"/>
                  </a:lnTo>
                  <a:lnTo>
                    <a:pt x="1057319" y="1036432"/>
                  </a:lnTo>
                  <a:lnTo>
                    <a:pt x="1089413" y="1036432"/>
                  </a:lnTo>
                  <a:lnTo>
                    <a:pt x="1089413" y="1036432"/>
                  </a:lnTo>
                  <a:lnTo>
                    <a:pt x="1121380" y="1036432"/>
                  </a:lnTo>
                  <a:lnTo>
                    <a:pt x="1121380" y="998607"/>
                  </a:lnTo>
                  <a:lnTo>
                    <a:pt x="1153474" y="998607"/>
                  </a:lnTo>
                  <a:lnTo>
                    <a:pt x="1153474" y="958108"/>
                  </a:lnTo>
                  <a:lnTo>
                    <a:pt x="1185441" y="958108"/>
                  </a:lnTo>
                  <a:lnTo>
                    <a:pt x="1185441" y="958108"/>
                  </a:lnTo>
                  <a:lnTo>
                    <a:pt x="1217534" y="958108"/>
                  </a:lnTo>
                  <a:lnTo>
                    <a:pt x="1217534" y="958108"/>
                  </a:lnTo>
                  <a:lnTo>
                    <a:pt x="1249501" y="958108"/>
                  </a:lnTo>
                  <a:lnTo>
                    <a:pt x="1249501" y="958108"/>
                  </a:lnTo>
                  <a:lnTo>
                    <a:pt x="1281595" y="958108"/>
                  </a:lnTo>
                  <a:lnTo>
                    <a:pt x="1281595" y="958108"/>
                  </a:lnTo>
                  <a:lnTo>
                    <a:pt x="1313689" y="958108"/>
                  </a:lnTo>
                  <a:lnTo>
                    <a:pt x="1313689" y="889462"/>
                  </a:lnTo>
                  <a:lnTo>
                    <a:pt x="1345656" y="889462"/>
                  </a:lnTo>
                  <a:lnTo>
                    <a:pt x="1345656" y="845524"/>
                  </a:lnTo>
                  <a:lnTo>
                    <a:pt x="1377750" y="845524"/>
                  </a:lnTo>
                  <a:lnTo>
                    <a:pt x="1377750" y="845524"/>
                  </a:lnTo>
                  <a:lnTo>
                    <a:pt x="1409717" y="845524"/>
                  </a:lnTo>
                  <a:lnTo>
                    <a:pt x="1409717" y="845524"/>
                  </a:lnTo>
                  <a:lnTo>
                    <a:pt x="1441810" y="845524"/>
                  </a:lnTo>
                  <a:lnTo>
                    <a:pt x="1441810" y="845524"/>
                  </a:lnTo>
                  <a:lnTo>
                    <a:pt x="1473777" y="845524"/>
                  </a:lnTo>
                  <a:lnTo>
                    <a:pt x="1473777" y="845524"/>
                  </a:lnTo>
                  <a:lnTo>
                    <a:pt x="1505871" y="845524"/>
                  </a:lnTo>
                  <a:lnTo>
                    <a:pt x="1505871" y="845524"/>
                  </a:lnTo>
                  <a:lnTo>
                    <a:pt x="1537965" y="845524"/>
                  </a:lnTo>
                  <a:lnTo>
                    <a:pt x="1537965" y="796237"/>
                  </a:lnTo>
                  <a:lnTo>
                    <a:pt x="1569932" y="796237"/>
                  </a:lnTo>
                  <a:lnTo>
                    <a:pt x="1569932" y="796237"/>
                  </a:lnTo>
                  <a:lnTo>
                    <a:pt x="1602026" y="796237"/>
                  </a:lnTo>
                  <a:lnTo>
                    <a:pt x="1602026" y="751280"/>
                  </a:lnTo>
                  <a:lnTo>
                    <a:pt x="1633993" y="751280"/>
                  </a:lnTo>
                  <a:lnTo>
                    <a:pt x="1633993" y="751280"/>
                  </a:lnTo>
                  <a:lnTo>
                    <a:pt x="1666086" y="751280"/>
                  </a:lnTo>
                  <a:lnTo>
                    <a:pt x="1666086" y="751280"/>
                  </a:lnTo>
                  <a:lnTo>
                    <a:pt x="1698053" y="751280"/>
                  </a:lnTo>
                  <a:lnTo>
                    <a:pt x="1698053" y="751280"/>
                  </a:lnTo>
                  <a:lnTo>
                    <a:pt x="1730147" y="751280"/>
                  </a:lnTo>
                  <a:lnTo>
                    <a:pt x="1730147" y="751280"/>
                  </a:lnTo>
                  <a:lnTo>
                    <a:pt x="1762241" y="751280"/>
                  </a:lnTo>
                  <a:lnTo>
                    <a:pt x="1762241" y="700464"/>
                  </a:lnTo>
                  <a:lnTo>
                    <a:pt x="1794208" y="700464"/>
                  </a:lnTo>
                  <a:lnTo>
                    <a:pt x="1794208" y="700464"/>
                  </a:lnTo>
                  <a:lnTo>
                    <a:pt x="1826302" y="700464"/>
                  </a:lnTo>
                  <a:lnTo>
                    <a:pt x="1826302" y="626215"/>
                  </a:lnTo>
                  <a:lnTo>
                    <a:pt x="1858269" y="626215"/>
                  </a:lnTo>
                  <a:lnTo>
                    <a:pt x="1858269" y="626215"/>
                  </a:lnTo>
                  <a:lnTo>
                    <a:pt x="1890362" y="626215"/>
                  </a:lnTo>
                  <a:lnTo>
                    <a:pt x="1890362" y="626215"/>
                  </a:lnTo>
                  <a:lnTo>
                    <a:pt x="1922329" y="626215"/>
                  </a:lnTo>
                  <a:lnTo>
                    <a:pt x="1922329" y="626215"/>
                  </a:lnTo>
                  <a:lnTo>
                    <a:pt x="1954423" y="626215"/>
                  </a:lnTo>
                  <a:lnTo>
                    <a:pt x="1954423" y="626215"/>
                  </a:lnTo>
                  <a:lnTo>
                    <a:pt x="1986517" y="626215"/>
                  </a:lnTo>
                  <a:lnTo>
                    <a:pt x="1986517" y="626215"/>
                  </a:lnTo>
                  <a:lnTo>
                    <a:pt x="2018484" y="626215"/>
                  </a:lnTo>
                  <a:lnTo>
                    <a:pt x="2018484" y="626215"/>
                  </a:lnTo>
                  <a:lnTo>
                    <a:pt x="2050578" y="626215"/>
                  </a:lnTo>
                  <a:lnTo>
                    <a:pt x="2050578" y="626215"/>
                  </a:lnTo>
                  <a:lnTo>
                    <a:pt x="2082545" y="626215"/>
                  </a:lnTo>
                  <a:lnTo>
                    <a:pt x="2082545" y="564574"/>
                  </a:lnTo>
                  <a:lnTo>
                    <a:pt x="2114638" y="564574"/>
                  </a:lnTo>
                  <a:lnTo>
                    <a:pt x="2114638" y="496056"/>
                  </a:lnTo>
                  <a:lnTo>
                    <a:pt x="2146605" y="496056"/>
                  </a:lnTo>
                  <a:lnTo>
                    <a:pt x="2146605" y="435179"/>
                  </a:lnTo>
                  <a:lnTo>
                    <a:pt x="2178699" y="435179"/>
                  </a:lnTo>
                  <a:lnTo>
                    <a:pt x="2178699" y="435179"/>
                  </a:lnTo>
                  <a:lnTo>
                    <a:pt x="2210793" y="435179"/>
                  </a:lnTo>
                  <a:lnTo>
                    <a:pt x="2210793" y="435179"/>
                  </a:lnTo>
                  <a:lnTo>
                    <a:pt x="2242760" y="435179"/>
                  </a:lnTo>
                  <a:lnTo>
                    <a:pt x="2242760" y="435179"/>
                  </a:lnTo>
                  <a:lnTo>
                    <a:pt x="2274854" y="435179"/>
                  </a:lnTo>
                  <a:lnTo>
                    <a:pt x="2274854" y="435179"/>
                  </a:lnTo>
                  <a:lnTo>
                    <a:pt x="2306821" y="435179"/>
                  </a:lnTo>
                  <a:lnTo>
                    <a:pt x="2306821" y="336478"/>
                  </a:lnTo>
                  <a:lnTo>
                    <a:pt x="2338914" y="336478"/>
                  </a:lnTo>
                  <a:lnTo>
                    <a:pt x="2338914" y="336478"/>
                  </a:lnTo>
                  <a:lnTo>
                    <a:pt x="2370881" y="336478"/>
                  </a:lnTo>
                  <a:lnTo>
                    <a:pt x="2370881" y="336478"/>
                  </a:lnTo>
                  <a:lnTo>
                    <a:pt x="2402975" y="336478"/>
                  </a:lnTo>
                  <a:lnTo>
                    <a:pt x="2402975" y="336478"/>
                  </a:lnTo>
                  <a:lnTo>
                    <a:pt x="2435069" y="336478"/>
                  </a:lnTo>
                  <a:lnTo>
                    <a:pt x="2435069" y="336478"/>
                  </a:lnTo>
                  <a:lnTo>
                    <a:pt x="2467036" y="336478"/>
                  </a:lnTo>
                  <a:lnTo>
                    <a:pt x="2467036" y="336478"/>
                  </a:lnTo>
                  <a:lnTo>
                    <a:pt x="2499130" y="336478"/>
                  </a:lnTo>
                  <a:lnTo>
                    <a:pt x="2499130" y="336478"/>
                  </a:lnTo>
                  <a:lnTo>
                    <a:pt x="2531096" y="336478"/>
                  </a:lnTo>
                  <a:lnTo>
                    <a:pt x="2531096" y="336478"/>
                  </a:lnTo>
                  <a:lnTo>
                    <a:pt x="2563190" y="336478"/>
                  </a:lnTo>
                  <a:lnTo>
                    <a:pt x="2563190" y="336478"/>
                  </a:lnTo>
                  <a:lnTo>
                    <a:pt x="2595157" y="336478"/>
                  </a:lnTo>
                  <a:lnTo>
                    <a:pt x="2595157" y="336478"/>
                  </a:lnTo>
                  <a:lnTo>
                    <a:pt x="2627251" y="336478"/>
                  </a:lnTo>
                  <a:lnTo>
                    <a:pt x="2627251" y="114239"/>
                  </a:lnTo>
                  <a:lnTo>
                    <a:pt x="2659345" y="114239"/>
                  </a:lnTo>
                  <a:lnTo>
                    <a:pt x="2659345" y="114239"/>
                  </a:lnTo>
                  <a:lnTo>
                    <a:pt x="2691312" y="114239"/>
                  </a:lnTo>
                  <a:lnTo>
                    <a:pt x="2691312" y="114239"/>
                  </a:lnTo>
                  <a:lnTo>
                    <a:pt x="2723406" y="114239"/>
                  </a:lnTo>
                  <a:lnTo>
                    <a:pt x="2723406" y="114239"/>
                  </a:lnTo>
                  <a:lnTo>
                    <a:pt x="2755373" y="114239"/>
                  </a:lnTo>
                  <a:lnTo>
                    <a:pt x="2755373" y="114239"/>
                  </a:lnTo>
                  <a:lnTo>
                    <a:pt x="2787466" y="114239"/>
                  </a:lnTo>
                  <a:lnTo>
                    <a:pt x="2787466" y="114239"/>
                  </a:lnTo>
                  <a:lnTo>
                    <a:pt x="2819433" y="114239"/>
                  </a:lnTo>
                  <a:lnTo>
                    <a:pt x="2819433" y="114239"/>
                  </a:lnTo>
                  <a:lnTo>
                    <a:pt x="2851527" y="114239"/>
                  </a:lnTo>
                  <a:lnTo>
                    <a:pt x="2851527" y="114239"/>
                  </a:lnTo>
                  <a:lnTo>
                    <a:pt x="2883621" y="114239"/>
                  </a:lnTo>
                  <a:lnTo>
                    <a:pt x="2883621" y="0"/>
                  </a:lnTo>
                </a:path>
              </a:pathLst>
            </a:custGeom>
            <a:noFill/>
            <a:ln w="27121" cap="flat">
              <a:solidFill>
                <a:srgbClr val="00468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E02253A0-4225-9BFD-6253-E14D5DC1BB5F}"/>
                </a:ext>
              </a:extLst>
            </p:cNvPr>
            <p:cNvSpPr txBox="1"/>
            <p:nvPr/>
          </p:nvSpPr>
          <p:spPr>
            <a:xfrm>
              <a:off x="1234160" y="2391212"/>
              <a:ext cx="1465466" cy="2009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706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IPTW-adjusted 30-day HR, 0.37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37F12809-60D0-90B0-DA6C-CEF876D78828}"/>
                </a:ext>
              </a:extLst>
            </p:cNvPr>
            <p:cNvSpPr txBox="1"/>
            <p:nvPr/>
          </p:nvSpPr>
          <p:spPr>
            <a:xfrm>
              <a:off x="1234160" y="2534743"/>
              <a:ext cx="1226475" cy="2250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706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(95% CI, 0.18-0.74)</a:t>
              </a:r>
            </a:p>
          </p:txBody>
        </p:sp>
      </p:grpSp>
      <p:grpSp>
        <p:nvGrpSpPr>
          <p:cNvPr id="166" name="Graphic 146">
            <a:extLst>
              <a:ext uri="{FF2B5EF4-FFF2-40B4-BE49-F238E27FC236}">
                <a16:creationId xmlns:a16="http://schemas.microsoft.com/office/drawing/2014/main" id="{990F373F-D7D3-9DE7-D987-8090BBE90A4C}"/>
              </a:ext>
            </a:extLst>
          </p:cNvPr>
          <p:cNvGrpSpPr/>
          <p:nvPr/>
        </p:nvGrpSpPr>
        <p:grpSpPr>
          <a:xfrm>
            <a:off x="817544" y="2004749"/>
            <a:ext cx="3501456" cy="3502031"/>
            <a:chOff x="803141" y="1968718"/>
            <a:chExt cx="3501456" cy="3502031"/>
          </a:xfrm>
        </p:grpSpPr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5C7B463A-E573-74DF-6DE3-C20F99EB5839}"/>
                </a:ext>
              </a:extLst>
            </p:cNvPr>
            <p:cNvSpPr/>
            <p:nvPr/>
          </p:nvSpPr>
          <p:spPr>
            <a:xfrm>
              <a:off x="1261540" y="2372368"/>
              <a:ext cx="12735" cy="2691056"/>
            </a:xfrm>
            <a:custGeom>
              <a:avLst/>
              <a:gdLst>
                <a:gd name="csX0" fmla="*/ 0 w 12735"/>
                <a:gd name="csY0" fmla="*/ 2691056 h 2691056"/>
                <a:gd name="csX1" fmla="*/ 0 w 12735"/>
                <a:gd name="csY1" fmla="*/ 0 h 2691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35" h="2691056">
                  <a:moveTo>
                    <a:pt x="0" y="2691056"/>
                  </a:moveTo>
                  <a:lnTo>
                    <a:pt x="0" y="0"/>
                  </a:lnTo>
                </a:path>
              </a:pathLst>
            </a:custGeom>
            <a:noFill/>
            <a:ln w="10823" cap="sq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58CC2CD0-D885-CC7E-8AE7-10C036287429}"/>
                </a:ext>
              </a:extLst>
            </p:cNvPr>
            <p:cNvSpPr txBox="1"/>
            <p:nvPr/>
          </p:nvSpPr>
          <p:spPr>
            <a:xfrm>
              <a:off x="1033585" y="4950707"/>
              <a:ext cx="250876" cy="2280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722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CB1600F0-BC9C-5A7B-2446-91DB2F990B67}"/>
                </a:ext>
              </a:extLst>
            </p:cNvPr>
            <p:cNvSpPr txBox="1"/>
            <p:nvPr/>
          </p:nvSpPr>
          <p:spPr>
            <a:xfrm>
              <a:off x="965588" y="4278006"/>
              <a:ext cx="318873" cy="2280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722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20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E6891A87-F51E-5FD1-FDCF-520DAC1B94C7}"/>
                </a:ext>
              </a:extLst>
            </p:cNvPr>
            <p:cNvSpPr txBox="1"/>
            <p:nvPr/>
          </p:nvSpPr>
          <p:spPr>
            <a:xfrm>
              <a:off x="965588" y="3605179"/>
              <a:ext cx="318873" cy="2280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722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40</a:t>
              </a: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D815FA43-B15A-DDE4-712C-6339B934CA5D}"/>
                </a:ext>
              </a:extLst>
            </p:cNvPr>
            <p:cNvSpPr txBox="1"/>
            <p:nvPr/>
          </p:nvSpPr>
          <p:spPr>
            <a:xfrm>
              <a:off x="965588" y="2932478"/>
              <a:ext cx="318873" cy="2280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722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60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027E78F1-558C-C593-6FCB-EDC815879863}"/>
                </a:ext>
              </a:extLst>
            </p:cNvPr>
            <p:cNvSpPr txBox="1"/>
            <p:nvPr/>
          </p:nvSpPr>
          <p:spPr>
            <a:xfrm>
              <a:off x="965588" y="2259778"/>
              <a:ext cx="318873" cy="2280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722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80</a:t>
              </a:r>
            </a:p>
          </p:txBody>
        </p:sp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8AA2C168-7CAA-95EB-1962-FB83D7567129}"/>
                </a:ext>
              </a:extLst>
            </p:cNvPr>
            <p:cNvSpPr/>
            <p:nvPr/>
          </p:nvSpPr>
          <p:spPr>
            <a:xfrm>
              <a:off x="1223460" y="5063425"/>
              <a:ext cx="38079" cy="12735"/>
            </a:xfrm>
            <a:custGeom>
              <a:avLst/>
              <a:gdLst>
                <a:gd name="csX0" fmla="*/ 0 w 38079"/>
                <a:gd name="csY0" fmla="*/ 0 h 12735"/>
                <a:gd name="csX1" fmla="*/ 38080 w 38079"/>
                <a:gd name="csY1" fmla="*/ 0 h 127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8079" h="12735">
                  <a:moveTo>
                    <a:pt x="0" y="0"/>
                  </a:moveTo>
                  <a:lnTo>
                    <a:pt x="38080" y="0"/>
                  </a:lnTo>
                </a:path>
              </a:pathLst>
            </a:custGeom>
            <a:noFill/>
            <a:ln w="14770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" name="Freeform 173">
              <a:extLst>
                <a:ext uri="{FF2B5EF4-FFF2-40B4-BE49-F238E27FC236}">
                  <a16:creationId xmlns:a16="http://schemas.microsoft.com/office/drawing/2014/main" id="{0E2A3479-1B72-02B7-6789-40C4CF5B7BEF}"/>
                </a:ext>
              </a:extLst>
            </p:cNvPr>
            <p:cNvSpPr/>
            <p:nvPr/>
          </p:nvSpPr>
          <p:spPr>
            <a:xfrm>
              <a:off x="1223460" y="4390597"/>
              <a:ext cx="38079" cy="12735"/>
            </a:xfrm>
            <a:custGeom>
              <a:avLst/>
              <a:gdLst>
                <a:gd name="csX0" fmla="*/ 0 w 38079"/>
                <a:gd name="csY0" fmla="*/ 0 h 12735"/>
                <a:gd name="csX1" fmla="*/ 38080 w 38079"/>
                <a:gd name="csY1" fmla="*/ 0 h 127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8079" h="12735">
                  <a:moveTo>
                    <a:pt x="0" y="0"/>
                  </a:moveTo>
                  <a:lnTo>
                    <a:pt x="38080" y="0"/>
                  </a:lnTo>
                </a:path>
              </a:pathLst>
            </a:custGeom>
            <a:noFill/>
            <a:ln w="14770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" name="Freeform 174">
              <a:extLst>
                <a:ext uri="{FF2B5EF4-FFF2-40B4-BE49-F238E27FC236}">
                  <a16:creationId xmlns:a16="http://schemas.microsoft.com/office/drawing/2014/main" id="{7F873DDE-9AA4-7B13-827F-294129230942}"/>
                </a:ext>
              </a:extLst>
            </p:cNvPr>
            <p:cNvSpPr/>
            <p:nvPr/>
          </p:nvSpPr>
          <p:spPr>
            <a:xfrm>
              <a:off x="1223460" y="3717897"/>
              <a:ext cx="38079" cy="12735"/>
            </a:xfrm>
            <a:custGeom>
              <a:avLst/>
              <a:gdLst>
                <a:gd name="csX0" fmla="*/ 0 w 38079"/>
                <a:gd name="csY0" fmla="*/ 0 h 12735"/>
                <a:gd name="csX1" fmla="*/ 38080 w 38079"/>
                <a:gd name="csY1" fmla="*/ 0 h 127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8079" h="12735">
                  <a:moveTo>
                    <a:pt x="0" y="0"/>
                  </a:moveTo>
                  <a:lnTo>
                    <a:pt x="38080" y="0"/>
                  </a:lnTo>
                </a:path>
              </a:pathLst>
            </a:custGeom>
            <a:noFill/>
            <a:ln w="14770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Freeform 175">
              <a:extLst>
                <a:ext uri="{FF2B5EF4-FFF2-40B4-BE49-F238E27FC236}">
                  <a16:creationId xmlns:a16="http://schemas.microsoft.com/office/drawing/2014/main" id="{AB7852CA-4EAE-3D50-F483-C1BD3A09731A}"/>
                </a:ext>
              </a:extLst>
            </p:cNvPr>
            <p:cNvSpPr/>
            <p:nvPr/>
          </p:nvSpPr>
          <p:spPr>
            <a:xfrm>
              <a:off x="1223460" y="3045196"/>
              <a:ext cx="38079" cy="12735"/>
            </a:xfrm>
            <a:custGeom>
              <a:avLst/>
              <a:gdLst>
                <a:gd name="csX0" fmla="*/ 0 w 38079"/>
                <a:gd name="csY0" fmla="*/ 0 h 12735"/>
                <a:gd name="csX1" fmla="*/ 38080 w 38079"/>
                <a:gd name="csY1" fmla="*/ 0 h 127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8079" h="12735">
                  <a:moveTo>
                    <a:pt x="0" y="0"/>
                  </a:moveTo>
                  <a:lnTo>
                    <a:pt x="38080" y="0"/>
                  </a:lnTo>
                </a:path>
              </a:pathLst>
            </a:custGeom>
            <a:noFill/>
            <a:ln w="14770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2F77F09B-4214-6171-F302-4CD64387139B}"/>
                </a:ext>
              </a:extLst>
            </p:cNvPr>
            <p:cNvSpPr/>
            <p:nvPr/>
          </p:nvSpPr>
          <p:spPr>
            <a:xfrm>
              <a:off x="1223460" y="2372368"/>
              <a:ext cx="38079" cy="12735"/>
            </a:xfrm>
            <a:custGeom>
              <a:avLst/>
              <a:gdLst>
                <a:gd name="csX0" fmla="*/ 0 w 38079"/>
                <a:gd name="csY0" fmla="*/ 0 h 12735"/>
                <a:gd name="csX1" fmla="*/ 38080 w 38079"/>
                <a:gd name="csY1" fmla="*/ 0 h 127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8079" h="12735">
                  <a:moveTo>
                    <a:pt x="0" y="0"/>
                  </a:moveTo>
                  <a:lnTo>
                    <a:pt x="38080" y="0"/>
                  </a:lnTo>
                </a:path>
              </a:pathLst>
            </a:custGeom>
            <a:noFill/>
            <a:ln w="14770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3598A1EC-1A5A-C984-3E8F-C16574E7D8B0}"/>
                </a:ext>
              </a:extLst>
            </p:cNvPr>
            <p:cNvSpPr/>
            <p:nvPr/>
          </p:nvSpPr>
          <p:spPr>
            <a:xfrm>
              <a:off x="1261540" y="5063425"/>
              <a:ext cx="2883620" cy="12735"/>
            </a:xfrm>
            <a:custGeom>
              <a:avLst/>
              <a:gdLst>
                <a:gd name="csX0" fmla="*/ 0 w 2883620"/>
                <a:gd name="csY0" fmla="*/ 0 h 12735"/>
                <a:gd name="csX1" fmla="*/ 2883621 w 2883620"/>
                <a:gd name="csY1" fmla="*/ 0 h 127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883620" h="12735">
                  <a:moveTo>
                    <a:pt x="0" y="0"/>
                  </a:moveTo>
                  <a:lnTo>
                    <a:pt x="2883621" y="0"/>
                  </a:lnTo>
                </a:path>
              </a:pathLst>
            </a:custGeom>
            <a:noFill/>
            <a:ln w="10823" cap="sq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9" name="Freeform 178">
              <a:extLst>
                <a:ext uri="{FF2B5EF4-FFF2-40B4-BE49-F238E27FC236}">
                  <a16:creationId xmlns:a16="http://schemas.microsoft.com/office/drawing/2014/main" id="{395143D7-80D0-1BFD-A19E-F7A8C34ED69E}"/>
                </a:ext>
              </a:extLst>
            </p:cNvPr>
            <p:cNvSpPr/>
            <p:nvPr/>
          </p:nvSpPr>
          <p:spPr>
            <a:xfrm>
              <a:off x="1261540" y="5063425"/>
              <a:ext cx="12735" cy="37952"/>
            </a:xfrm>
            <a:custGeom>
              <a:avLst/>
              <a:gdLst>
                <a:gd name="csX0" fmla="*/ 0 w 12735"/>
                <a:gd name="csY0" fmla="*/ 37953 h 37952"/>
                <a:gd name="csX1" fmla="*/ 0 w 12735"/>
                <a:gd name="csY1" fmla="*/ 0 h 379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35" h="37952">
                  <a:moveTo>
                    <a:pt x="0" y="37953"/>
                  </a:moveTo>
                  <a:lnTo>
                    <a:pt x="0" y="0"/>
                  </a:lnTo>
                </a:path>
              </a:pathLst>
            </a:custGeom>
            <a:noFill/>
            <a:ln w="14770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0CD18D12-A6AA-5455-9C8F-547955025F2A}"/>
                </a:ext>
              </a:extLst>
            </p:cNvPr>
            <p:cNvSpPr/>
            <p:nvPr/>
          </p:nvSpPr>
          <p:spPr>
            <a:xfrm>
              <a:off x="2222704" y="5063425"/>
              <a:ext cx="12735" cy="37952"/>
            </a:xfrm>
            <a:custGeom>
              <a:avLst/>
              <a:gdLst>
                <a:gd name="csX0" fmla="*/ 0 w 12735"/>
                <a:gd name="csY0" fmla="*/ 37953 h 37952"/>
                <a:gd name="csX1" fmla="*/ 0 w 12735"/>
                <a:gd name="csY1" fmla="*/ 0 h 379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35" h="37952">
                  <a:moveTo>
                    <a:pt x="0" y="37953"/>
                  </a:moveTo>
                  <a:lnTo>
                    <a:pt x="0" y="0"/>
                  </a:lnTo>
                </a:path>
              </a:pathLst>
            </a:custGeom>
            <a:noFill/>
            <a:ln w="14770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Freeform 180">
              <a:extLst>
                <a:ext uri="{FF2B5EF4-FFF2-40B4-BE49-F238E27FC236}">
                  <a16:creationId xmlns:a16="http://schemas.microsoft.com/office/drawing/2014/main" id="{514234CC-2A79-9113-01C5-5A112969DB9D}"/>
                </a:ext>
              </a:extLst>
            </p:cNvPr>
            <p:cNvSpPr/>
            <p:nvPr/>
          </p:nvSpPr>
          <p:spPr>
            <a:xfrm>
              <a:off x="3183869" y="5063425"/>
              <a:ext cx="12735" cy="37952"/>
            </a:xfrm>
            <a:custGeom>
              <a:avLst/>
              <a:gdLst>
                <a:gd name="csX0" fmla="*/ 0 w 12735"/>
                <a:gd name="csY0" fmla="*/ 37953 h 37952"/>
                <a:gd name="csX1" fmla="*/ 0 w 12735"/>
                <a:gd name="csY1" fmla="*/ 0 h 379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35" h="37952">
                  <a:moveTo>
                    <a:pt x="0" y="37953"/>
                  </a:moveTo>
                  <a:lnTo>
                    <a:pt x="0" y="0"/>
                  </a:lnTo>
                </a:path>
              </a:pathLst>
            </a:custGeom>
            <a:noFill/>
            <a:ln w="14770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8D147FB1-6956-72B9-BAEE-1987CFD34E8B}"/>
                </a:ext>
              </a:extLst>
            </p:cNvPr>
            <p:cNvSpPr/>
            <p:nvPr/>
          </p:nvSpPr>
          <p:spPr>
            <a:xfrm>
              <a:off x="4145161" y="5063425"/>
              <a:ext cx="12735" cy="37952"/>
            </a:xfrm>
            <a:custGeom>
              <a:avLst/>
              <a:gdLst>
                <a:gd name="csX0" fmla="*/ 0 w 12735"/>
                <a:gd name="csY0" fmla="*/ 37953 h 37952"/>
                <a:gd name="csX1" fmla="*/ 0 w 12735"/>
                <a:gd name="csY1" fmla="*/ 0 h 379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35" h="37952">
                  <a:moveTo>
                    <a:pt x="0" y="37953"/>
                  </a:moveTo>
                  <a:lnTo>
                    <a:pt x="0" y="0"/>
                  </a:lnTo>
                </a:path>
              </a:pathLst>
            </a:custGeom>
            <a:noFill/>
            <a:ln w="14770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C3AA8A65-7F02-C03A-3B1F-7E1B5EACB082}"/>
                </a:ext>
              </a:extLst>
            </p:cNvPr>
            <p:cNvSpPr txBox="1"/>
            <p:nvPr/>
          </p:nvSpPr>
          <p:spPr>
            <a:xfrm>
              <a:off x="1136101" y="5062908"/>
              <a:ext cx="250876" cy="2280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722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</a:t>
              </a: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3B952A1B-3610-F198-A0C0-A88D9E61E419}"/>
                </a:ext>
              </a:extLst>
            </p:cNvPr>
            <p:cNvSpPr txBox="1"/>
            <p:nvPr/>
          </p:nvSpPr>
          <p:spPr>
            <a:xfrm>
              <a:off x="2063268" y="5062908"/>
              <a:ext cx="318873" cy="2280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722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30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7923E060-6327-7EA3-298B-A97CEAC2DE9B}"/>
                </a:ext>
              </a:extLst>
            </p:cNvPr>
            <p:cNvSpPr txBox="1"/>
            <p:nvPr/>
          </p:nvSpPr>
          <p:spPr>
            <a:xfrm>
              <a:off x="3024432" y="5062908"/>
              <a:ext cx="318873" cy="2280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722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60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AED6AAA6-352D-4D57-32C7-093ABF27EEA9}"/>
                </a:ext>
              </a:extLst>
            </p:cNvPr>
            <p:cNvSpPr txBox="1"/>
            <p:nvPr/>
          </p:nvSpPr>
          <p:spPr>
            <a:xfrm>
              <a:off x="3985724" y="5062908"/>
              <a:ext cx="318873" cy="2280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722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90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B6D7625F-50C1-FA5A-EDF4-E841898A1C8D}"/>
                </a:ext>
              </a:extLst>
            </p:cNvPr>
            <p:cNvSpPr txBox="1"/>
            <p:nvPr/>
          </p:nvSpPr>
          <p:spPr>
            <a:xfrm>
              <a:off x="1749787" y="5208571"/>
              <a:ext cx="1907126" cy="2621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3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Days since CRE infection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2B273211-31A8-AB66-2526-E9A4CB11A5F0}"/>
                </a:ext>
              </a:extLst>
            </p:cNvPr>
            <p:cNvSpPr txBox="1"/>
            <p:nvPr/>
          </p:nvSpPr>
          <p:spPr>
            <a:xfrm rot="-5400000">
              <a:off x="45887" y="3586807"/>
              <a:ext cx="1776685" cy="2621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3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Cumulative mortality, %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2890702C-4A43-158F-6EC0-A92FBB5983B4}"/>
                </a:ext>
              </a:extLst>
            </p:cNvPr>
            <p:cNvSpPr txBox="1"/>
            <p:nvPr/>
          </p:nvSpPr>
          <p:spPr>
            <a:xfrm>
              <a:off x="1222999" y="1968718"/>
              <a:ext cx="1550278" cy="2621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3" b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All-cause mortality</a:t>
              </a:r>
            </a:p>
          </p:txBody>
        </p:sp>
      </p:grpSp>
      <p:grpSp>
        <p:nvGrpSpPr>
          <p:cNvPr id="191" name="Graphic 146">
            <a:extLst>
              <a:ext uri="{FF2B5EF4-FFF2-40B4-BE49-F238E27FC236}">
                <a16:creationId xmlns:a16="http://schemas.microsoft.com/office/drawing/2014/main" id="{A9B1F2E4-8CB3-8701-D311-1AFECB5D8EA7}"/>
              </a:ext>
            </a:extLst>
          </p:cNvPr>
          <p:cNvGrpSpPr/>
          <p:nvPr/>
        </p:nvGrpSpPr>
        <p:grpSpPr>
          <a:xfrm>
            <a:off x="4879502" y="2372368"/>
            <a:ext cx="2883621" cy="2691056"/>
            <a:chOff x="4879502" y="2372368"/>
            <a:chExt cx="2883621" cy="2691056"/>
          </a:xfrm>
        </p:grpSpPr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9CC62E82-4AA1-E220-E05D-D83502D2E1C3}"/>
                </a:ext>
              </a:extLst>
            </p:cNvPr>
            <p:cNvSpPr/>
            <p:nvPr/>
          </p:nvSpPr>
          <p:spPr>
            <a:xfrm>
              <a:off x="4879502" y="2372368"/>
              <a:ext cx="2883493" cy="2690928"/>
            </a:xfrm>
            <a:prstGeom prst="rect">
              <a:avLst/>
            </a:prstGeom>
            <a:solidFill>
              <a:srgbClr val="FFFFFF"/>
            </a:solidFill>
            <a:ln w="14770"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3" name="Freeform 192">
              <a:extLst>
                <a:ext uri="{FF2B5EF4-FFF2-40B4-BE49-F238E27FC236}">
                  <a16:creationId xmlns:a16="http://schemas.microsoft.com/office/drawing/2014/main" id="{B9ECBE61-B36F-9C07-F6F7-D66B841C67D9}"/>
                </a:ext>
              </a:extLst>
            </p:cNvPr>
            <p:cNvSpPr/>
            <p:nvPr/>
          </p:nvSpPr>
          <p:spPr>
            <a:xfrm>
              <a:off x="4879502" y="2677516"/>
              <a:ext cx="2883621" cy="2385908"/>
            </a:xfrm>
            <a:custGeom>
              <a:avLst/>
              <a:gdLst>
                <a:gd name="csX0" fmla="*/ 0 w 2883621"/>
                <a:gd name="csY0" fmla="*/ 2385909 h 2385908"/>
                <a:gd name="csX1" fmla="*/ 32094 w 2883621"/>
                <a:gd name="csY1" fmla="*/ 2385909 h 2385908"/>
                <a:gd name="csX2" fmla="*/ 64188 w 2883621"/>
                <a:gd name="csY2" fmla="*/ 2385909 h 2385908"/>
                <a:gd name="csX3" fmla="*/ 96155 w 2883621"/>
                <a:gd name="csY3" fmla="*/ 2385909 h 2385908"/>
                <a:gd name="csX4" fmla="*/ 128249 w 2883621"/>
                <a:gd name="csY4" fmla="*/ 2385909 h 2385908"/>
                <a:gd name="csX5" fmla="*/ 160216 w 2883621"/>
                <a:gd name="csY5" fmla="*/ 2385909 h 2385908"/>
                <a:gd name="csX6" fmla="*/ 192309 w 2883621"/>
                <a:gd name="csY6" fmla="*/ 1836235 h 2385908"/>
                <a:gd name="csX7" fmla="*/ 224276 w 2883621"/>
                <a:gd name="csY7" fmla="*/ 1836235 h 2385908"/>
                <a:gd name="csX8" fmla="*/ 256370 w 2883621"/>
                <a:gd name="csY8" fmla="*/ 1836235 h 2385908"/>
                <a:gd name="csX9" fmla="*/ 288464 w 2883621"/>
                <a:gd name="csY9" fmla="*/ 1836235 h 2385908"/>
                <a:gd name="csX10" fmla="*/ 320431 w 2883621"/>
                <a:gd name="csY10" fmla="*/ 1836235 h 2385908"/>
                <a:gd name="csX11" fmla="*/ 352525 w 2883621"/>
                <a:gd name="csY11" fmla="*/ 1836235 h 2385908"/>
                <a:gd name="csX12" fmla="*/ 384491 w 2883621"/>
                <a:gd name="csY12" fmla="*/ 1836235 h 2385908"/>
                <a:gd name="csX13" fmla="*/ 416586 w 2883621"/>
                <a:gd name="csY13" fmla="*/ 1836235 h 2385908"/>
                <a:gd name="csX14" fmla="*/ 448552 w 2883621"/>
                <a:gd name="csY14" fmla="*/ 1836235 h 2385908"/>
                <a:gd name="csX15" fmla="*/ 480646 w 2883621"/>
                <a:gd name="csY15" fmla="*/ 1836235 h 2385908"/>
                <a:gd name="csX16" fmla="*/ 512740 w 2883621"/>
                <a:gd name="csY16" fmla="*/ 1836235 h 2385908"/>
                <a:gd name="csX17" fmla="*/ 544707 w 2883621"/>
                <a:gd name="csY17" fmla="*/ 1836235 h 2385908"/>
                <a:gd name="csX18" fmla="*/ 576801 w 2883621"/>
                <a:gd name="csY18" fmla="*/ 1836235 h 2385908"/>
                <a:gd name="csX19" fmla="*/ 608768 w 2883621"/>
                <a:gd name="csY19" fmla="*/ 1836235 h 2385908"/>
                <a:gd name="csX20" fmla="*/ 640861 w 2883621"/>
                <a:gd name="csY20" fmla="*/ 1836235 h 2385908"/>
                <a:gd name="csX21" fmla="*/ 672828 w 2883621"/>
                <a:gd name="csY21" fmla="*/ 1836235 h 2385908"/>
                <a:gd name="csX22" fmla="*/ 704922 w 2883621"/>
                <a:gd name="csY22" fmla="*/ 1836235 h 2385908"/>
                <a:gd name="csX23" fmla="*/ 737016 w 2883621"/>
                <a:gd name="csY23" fmla="*/ 1398636 h 2385908"/>
                <a:gd name="csX24" fmla="*/ 768983 w 2883621"/>
                <a:gd name="csY24" fmla="*/ 1289873 h 2385908"/>
                <a:gd name="csX25" fmla="*/ 801077 w 2883621"/>
                <a:gd name="csY25" fmla="*/ 1195119 h 2385908"/>
                <a:gd name="csX26" fmla="*/ 833043 w 2883621"/>
                <a:gd name="csY26" fmla="*/ 1195119 h 2385908"/>
                <a:gd name="csX27" fmla="*/ 865138 w 2883621"/>
                <a:gd name="csY27" fmla="*/ 997079 h 2385908"/>
                <a:gd name="csX28" fmla="*/ 897104 w 2883621"/>
                <a:gd name="csY28" fmla="*/ 997079 h 2385908"/>
                <a:gd name="csX29" fmla="*/ 929198 w 2883621"/>
                <a:gd name="csY29" fmla="*/ 840684 h 2385908"/>
                <a:gd name="csX30" fmla="*/ 961165 w 2883621"/>
                <a:gd name="csY30" fmla="*/ 840684 h 2385908"/>
                <a:gd name="csX31" fmla="*/ 993259 w 2883621"/>
                <a:gd name="csY31" fmla="*/ 840684 h 2385908"/>
                <a:gd name="csX32" fmla="*/ 1025353 w 2883621"/>
                <a:gd name="csY32" fmla="*/ 840684 h 2385908"/>
                <a:gd name="csX33" fmla="*/ 1057319 w 2883621"/>
                <a:gd name="csY33" fmla="*/ 557824 h 2385908"/>
                <a:gd name="csX34" fmla="*/ 1089413 w 2883621"/>
                <a:gd name="csY34" fmla="*/ 364241 h 2385908"/>
                <a:gd name="csX35" fmla="*/ 1121380 w 2883621"/>
                <a:gd name="csY35" fmla="*/ 364241 h 2385908"/>
                <a:gd name="csX36" fmla="*/ 1153474 w 2883621"/>
                <a:gd name="csY36" fmla="*/ 168111 h 2385908"/>
                <a:gd name="csX37" fmla="*/ 1185441 w 2883621"/>
                <a:gd name="csY37" fmla="*/ 168111 h 2385908"/>
                <a:gd name="csX38" fmla="*/ 1217535 w 2883621"/>
                <a:gd name="csY38" fmla="*/ 168111 h 2385908"/>
                <a:gd name="csX39" fmla="*/ 1249629 w 2883621"/>
                <a:gd name="csY39" fmla="*/ 168111 h 2385908"/>
                <a:gd name="csX40" fmla="*/ 1281595 w 2883621"/>
                <a:gd name="csY40" fmla="*/ 0 h 2385908"/>
                <a:gd name="csX41" fmla="*/ 1313690 w 2883621"/>
                <a:gd name="csY41" fmla="*/ 0 h 2385908"/>
                <a:gd name="csX42" fmla="*/ 1345656 w 2883621"/>
                <a:gd name="csY42" fmla="*/ 0 h 2385908"/>
                <a:gd name="csX43" fmla="*/ 1377750 w 2883621"/>
                <a:gd name="csY43" fmla="*/ 0 h 2385908"/>
                <a:gd name="csX44" fmla="*/ 1409717 w 2883621"/>
                <a:gd name="csY44" fmla="*/ 0 h 2385908"/>
                <a:gd name="csX45" fmla="*/ 1441811 w 2883621"/>
                <a:gd name="csY45" fmla="*/ 0 h 2385908"/>
                <a:gd name="csX46" fmla="*/ 1473905 w 2883621"/>
                <a:gd name="csY46" fmla="*/ 0 h 2385908"/>
                <a:gd name="csX47" fmla="*/ 1505871 w 2883621"/>
                <a:gd name="csY47" fmla="*/ 0 h 2385908"/>
                <a:gd name="csX48" fmla="*/ 1537965 w 2883621"/>
                <a:gd name="csY48" fmla="*/ 0 h 2385908"/>
                <a:gd name="csX49" fmla="*/ 1569932 w 2883621"/>
                <a:gd name="csY49" fmla="*/ 0 h 2385908"/>
                <a:gd name="csX50" fmla="*/ 1602026 w 2883621"/>
                <a:gd name="csY50" fmla="*/ 0 h 2385908"/>
                <a:gd name="csX51" fmla="*/ 1633993 w 2883621"/>
                <a:gd name="csY51" fmla="*/ 0 h 2385908"/>
                <a:gd name="csX52" fmla="*/ 1666087 w 2883621"/>
                <a:gd name="csY52" fmla="*/ 0 h 2385908"/>
                <a:gd name="csX53" fmla="*/ 1698180 w 2883621"/>
                <a:gd name="csY53" fmla="*/ 0 h 2385908"/>
                <a:gd name="csX54" fmla="*/ 1730147 w 2883621"/>
                <a:gd name="csY54" fmla="*/ 0 h 2385908"/>
                <a:gd name="csX55" fmla="*/ 1762241 w 2883621"/>
                <a:gd name="csY55" fmla="*/ 0 h 2385908"/>
                <a:gd name="csX56" fmla="*/ 1794208 w 2883621"/>
                <a:gd name="csY56" fmla="*/ 0 h 2385908"/>
                <a:gd name="csX57" fmla="*/ 1826302 w 2883621"/>
                <a:gd name="csY57" fmla="*/ 0 h 2385908"/>
                <a:gd name="csX58" fmla="*/ 1858268 w 2883621"/>
                <a:gd name="csY58" fmla="*/ 0 h 2385908"/>
                <a:gd name="csX59" fmla="*/ 1890363 w 2883621"/>
                <a:gd name="csY59" fmla="*/ 0 h 2385908"/>
                <a:gd name="csX60" fmla="*/ 1922457 w 2883621"/>
                <a:gd name="csY60" fmla="*/ 0 h 2385908"/>
                <a:gd name="csX61" fmla="*/ 1954423 w 2883621"/>
                <a:gd name="csY61" fmla="*/ 0 h 2385908"/>
                <a:gd name="csX62" fmla="*/ 1986517 w 2883621"/>
                <a:gd name="csY62" fmla="*/ 0 h 2385908"/>
                <a:gd name="csX63" fmla="*/ 2018484 w 2883621"/>
                <a:gd name="csY63" fmla="*/ 0 h 2385908"/>
                <a:gd name="csX64" fmla="*/ 2050578 w 2883621"/>
                <a:gd name="csY64" fmla="*/ 0 h 2385908"/>
                <a:gd name="csX65" fmla="*/ 2082545 w 2883621"/>
                <a:gd name="csY65" fmla="*/ 0 h 2385908"/>
                <a:gd name="csX66" fmla="*/ 2114639 w 2883621"/>
                <a:gd name="csY66" fmla="*/ 0 h 2385908"/>
                <a:gd name="csX67" fmla="*/ 2146732 w 2883621"/>
                <a:gd name="csY67" fmla="*/ 0 h 2385908"/>
                <a:gd name="csX68" fmla="*/ 2178699 w 2883621"/>
                <a:gd name="csY68" fmla="*/ 0 h 2385908"/>
                <a:gd name="csX69" fmla="*/ 2210793 w 2883621"/>
                <a:gd name="csY69" fmla="*/ 0 h 2385908"/>
                <a:gd name="csX70" fmla="*/ 2242760 w 2883621"/>
                <a:gd name="csY70" fmla="*/ 0 h 2385908"/>
                <a:gd name="csX71" fmla="*/ 2274854 w 2883621"/>
                <a:gd name="csY71" fmla="*/ 0 h 2385908"/>
                <a:gd name="csX72" fmla="*/ 2306821 w 2883621"/>
                <a:gd name="csY72" fmla="*/ 0 h 2385908"/>
                <a:gd name="csX73" fmla="*/ 2338914 w 2883621"/>
                <a:gd name="csY73" fmla="*/ 0 h 2385908"/>
                <a:gd name="csX74" fmla="*/ 2371009 w 2883621"/>
                <a:gd name="csY74" fmla="*/ 0 h 2385908"/>
                <a:gd name="csX75" fmla="*/ 2402975 w 2883621"/>
                <a:gd name="csY75" fmla="*/ 0 h 2385908"/>
                <a:gd name="csX76" fmla="*/ 2435069 w 2883621"/>
                <a:gd name="csY76" fmla="*/ 0 h 2385908"/>
                <a:gd name="csX77" fmla="*/ 2467036 w 2883621"/>
                <a:gd name="csY77" fmla="*/ 0 h 2385908"/>
                <a:gd name="csX78" fmla="*/ 2499130 w 2883621"/>
                <a:gd name="csY78" fmla="*/ 0 h 2385908"/>
                <a:gd name="csX79" fmla="*/ 2531097 w 2883621"/>
                <a:gd name="csY79" fmla="*/ 0 h 2385908"/>
                <a:gd name="csX80" fmla="*/ 2563191 w 2883621"/>
                <a:gd name="csY80" fmla="*/ 0 h 2385908"/>
                <a:gd name="csX81" fmla="*/ 2595284 w 2883621"/>
                <a:gd name="csY81" fmla="*/ 0 h 2385908"/>
                <a:gd name="csX82" fmla="*/ 2627251 w 2883621"/>
                <a:gd name="csY82" fmla="*/ 0 h 2385908"/>
                <a:gd name="csX83" fmla="*/ 2659345 w 2883621"/>
                <a:gd name="csY83" fmla="*/ 0 h 2385908"/>
                <a:gd name="csX84" fmla="*/ 2691312 w 2883621"/>
                <a:gd name="csY84" fmla="*/ 0 h 2385908"/>
                <a:gd name="csX85" fmla="*/ 2723406 w 2883621"/>
                <a:gd name="csY85" fmla="*/ 0 h 2385908"/>
                <a:gd name="csX86" fmla="*/ 2755372 w 2883621"/>
                <a:gd name="csY86" fmla="*/ 0 h 2385908"/>
                <a:gd name="csX87" fmla="*/ 2787467 w 2883621"/>
                <a:gd name="csY87" fmla="*/ 0 h 2385908"/>
                <a:gd name="csX88" fmla="*/ 2819560 w 2883621"/>
                <a:gd name="csY88" fmla="*/ 0 h 2385908"/>
                <a:gd name="csX89" fmla="*/ 2851527 w 2883621"/>
                <a:gd name="csY89" fmla="*/ 0 h 2385908"/>
                <a:gd name="csX90" fmla="*/ 2883621 w 2883621"/>
                <a:gd name="csY90" fmla="*/ 0 h 2385908"/>
                <a:gd name="csX91" fmla="*/ 2883621 w 2883621"/>
                <a:gd name="csY91" fmla="*/ 1570696 h 2385908"/>
                <a:gd name="csX92" fmla="*/ 2851527 w 2883621"/>
                <a:gd name="csY92" fmla="*/ 1570696 h 2385908"/>
                <a:gd name="csX93" fmla="*/ 2819560 w 2883621"/>
                <a:gd name="csY93" fmla="*/ 1570696 h 2385908"/>
                <a:gd name="csX94" fmla="*/ 2787467 w 2883621"/>
                <a:gd name="csY94" fmla="*/ 1570696 h 2385908"/>
                <a:gd name="csX95" fmla="*/ 2755372 w 2883621"/>
                <a:gd name="csY95" fmla="*/ 1570696 h 2385908"/>
                <a:gd name="csX96" fmla="*/ 2723406 w 2883621"/>
                <a:gd name="csY96" fmla="*/ 1570696 h 2385908"/>
                <a:gd name="csX97" fmla="*/ 2691312 w 2883621"/>
                <a:gd name="csY97" fmla="*/ 1570696 h 2385908"/>
                <a:gd name="csX98" fmla="*/ 2659345 w 2883621"/>
                <a:gd name="csY98" fmla="*/ 1570696 h 2385908"/>
                <a:gd name="csX99" fmla="*/ 2627251 w 2883621"/>
                <a:gd name="csY99" fmla="*/ 1570696 h 2385908"/>
                <a:gd name="csX100" fmla="*/ 2595284 w 2883621"/>
                <a:gd name="csY100" fmla="*/ 1570696 h 2385908"/>
                <a:gd name="csX101" fmla="*/ 2563191 w 2883621"/>
                <a:gd name="csY101" fmla="*/ 1570696 h 2385908"/>
                <a:gd name="csX102" fmla="*/ 2531097 w 2883621"/>
                <a:gd name="csY102" fmla="*/ 1570696 h 2385908"/>
                <a:gd name="csX103" fmla="*/ 2499130 w 2883621"/>
                <a:gd name="csY103" fmla="*/ 1570696 h 2385908"/>
                <a:gd name="csX104" fmla="*/ 2467036 w 2883621"/>
                <a:gd name="csY104" fmla="*/ 1570696 h 2385908"/>
                <a:gd name="csX105" fmla="*/ 2435069 w 2883621"/>
                <a:gd name="csY105" fmla="*/ 1570696 h 2385908"/>
                <a:gd name="csX106" fmla="*/ 2402975 w 2883621"/>
                <a:gd name="csY106" fmla="*/ 1570696 h 2385908"/>
                <a:gd name="csX107" fmla="*/ 2371009 w 2883621"/>
                <a:gd name="csY107" fmla="*/ 1570696 h 2385908"/>
                <a:gd name="csX108" fmla="*/ 2338914 w 2883621"/>
                <a:gd name="csY108" fmla="*/ 1570696 h 2385908"/>
                <a:gd name="csX109" fmla="*/ 2306821 w 2883621"/>
                <a:gd name="csY109" fmla="*/ 1570696 h 2385908"/>
                <a:gd name="csX110" fmla="*/ 2274854 w 2883621"/>
                <a:gd name="csY110" fmla="*/ 1570696 h 2385908"/>
                <a:gd name="csX111" fmla="*/ 2242760 w 2883621"/>
                <a:gd name="csY111" fmla="*/ 1570696 h 2385908"/>
                <a:gd name="csX112" fmla="*/ 2210793 w 2883621"/>
                <a:gd name="csY112" fmla="*/ 1570696 h 2385908"/>
                <a:gd name="csX113" fmla="*/ 2178699 w 2883621"/>
                <a:gd name="csY113" fmla="*/ 1570696 h 2385908"/>
                <a:gd name="csX114" fmla="*/ 2146732 w 2883621"/>
                <a:gd name="csY114" fmla="*/ 1570696 h 2385908"/>
                <a:gd name="csX115" fmla="*/ 2114639 w 2883621"/>
                <a:gd name="csY115" fmla="*/ 1570696 h 2385908"/>
                <a:gd name="csX116" fmla="*/ 2082545 w 2883621"/>
                <a:gd name="csY116" fmla="*/ 1570696 h 2385908"/>
                <a:gd name="csX117" fmla="*/ 2050578 w 2883621"/>
                <a:gd name="csY117" fmla="*/ 1570696 h 2385908"/>
                <a:gd name="csX118" fmla="*/ 2018484 w 2883621"/>
                <a:gd name="csY118" fmla="*/ 1570696 h 2385908"/>
                <a:gd name="csX119" fmla="*/ 1986517 w 2883621"/>
                <a:gd name="csY119" fmla="*/ 1570696 h 2385908"/>
                <a:gd name="csX120" fmla="*/ 1954423 w 2883621"/>
                <a:gd name="csY120" fmla="*/ 1570696 h 2385908"/>
                <a:gd name="csX121" fmla="*/ 1922457 w 2883621"/>
                <a:gd name="csY121" fmla="*/ 1570696 h 2385908"/>
                <a:gd name="csX122" fmla="*/ 1890363 w 2883621"/>
                <a:gd name="csY122" fmla="*/ 1570696 h 2385908"/>
                <a:gd name="csX123" fmla="*/ 1858268 w 2883621"/>
                <a:gd name="csY123" fmla="*/ 1570696 h 2385908"/>
                <a:gd name="csX124" fmla="*/ 1826302 w 2883621"/>
                <a:gd name="csY124" fmla="*/ 1570696 h 2385908"/>
                <a:gd name="csX125" fmla="*/ 1794208 w 2883621"/>
                <a:gd name="csY125" fmla="*/ 1570696 h 2385908"/>
                <a:gd name="csX126" fmla="*/ 1762241 w 2883621"/>
                <a:gd name="csY126" fmla="*/ 1570696 h 2385908"/>
                <a:gd name="csX127" fmla="*/ 1730147 w 2883621"/>
                <a:gd name="csY127" fmla="*/ 1570696 h 2385908"/>
                <a:gd name="csX128" fmla="*/ 1698180 w 2883621"/>
                <a:gd name="csY128" fmla="*/ 1570696 h 2385908"/>
                <a:gd name="csX129" fmla="*/ 1666087 w 2883621"/>
                <a:gd name="csY129" fmla="*/ 1570696 h 2385908"/>
                <a:gd name="csX130" fmla="*/ 1633993 w 2883621"/>
                <a:gd name="csY130" fmla="*/ 1570696 h 2385908"/>
                <a:gd name="csX131" fmla="*/ 1602026 w 2883621"/>
                <a:gd name="csY131" fmla="*/ 1570696 h 2385908"/>
                <a:gd name="csX132" fmla="*/ 1569932 w 2883621"/>
                <a:gd name="csY132" fmla="*/ 1570696 h 2385908"/>
                <a:gd name="csX133" fmla="*/ 1537965 w 2883621"/>
                <a:gd name="csY133" fmla="*/ 1570696 h 2385908"/>
                <a:gd name="csX134" fmla="*/ 1505871 w 2883621"/>
                <a:gd name="csY134" fmla="*/ 1570696 h 2385908"/>
                <a:gd name="csX135" fmla="*/ 1473905 w 2883621"/>
                <a:gd name="csY135" fmla="*/ 1570696 h 2385908"/>
                <a:gd name="csX136" fmla="*/ 1441811 w 2883621"/>
                <a:gd name="csY136" fmla="*/ 1570696 h 2385908"/>
                <a:gd name="csX137" fmla="*/ 1409717 w 2883621"/>
                <a:gd name="csY137" fmla="*/ 1570696 h 2385908"/>
                <a:gd name="csX138" fmla="*/ 1377750 w 2883621"/>
                <a:gd name="csY138" fmla="*/ 1570696 h 2385908"/>
                <a:gd name="csX139" fmla="*/ 1345656 w 2883621"/>
                <a:gd name="csY139" fmla="*/ 1570696 h 2385908"/>
                <a:gd name="csX140" fmla="*/ 1313690 w 2883621"/>
                <a:gd name="csY140" fmla="*/ 1570696 h 2385908"/>
                <a:gd name="csX141" fmla="*/ 1281595 w 2883621"/>
                <a:gd name="csY141" fmla="*/ 1570696 h 2385908"/>
                <a:gd name="csX142" fmla="*/ 1249629 w 2883621"/>
                <a:gd name="csY142" fmla="*/ 1690539 h 2385908"/>
                <a:gd name="csX143" fmla="*/ 1217535 w 2883621"/>
                <a:gd name="csY143" fmla="*/ 1690539 h 2385908"/>
                <a:gd name="csX144" fmla="*/ 1185441 w 2883621"/>
                <a:gd name="csY144" fmla="*/ 1690539 h 2385908"/>
                <a:gd name="csX145" fmla="*/ 1153474 w 2883621"/>
                <a:gd name="csY145" fmla="*/ 1690539 h 2385908"/>
                <a:gd name="csX146" fmla="*/ 1121380 w 2883621"/>
                <a:gd name="csY146" fmla="*/ 1813820 h 2385908"/>
                <a:gd name="csX147" fmla="*/ 1089413 w 2883621"/>
                <a:gd name="csY147" fmla="*/ 1813820 h 2385908"/>
                <a:gd name="csX148" fmla="*/ 1057319 w 2883621"/>
                <a:gd name="csY148" fmla="*/ 1926531 h 2385908"/>
                <a:gd name="csX149" fmla="*/ 1025353 w 2883621"/>
                <a:gd name="csY149" fmla="*/ 2045483 h 2385908"/>
                <a:gd name="csX150" fmla="*/ 993259 w 2883621"/>
                <a:gd name="csY150" fmla="*/ 2045483 h 2385908"/>
                <a:gd name="csX151" fmla="*/ 961165 w 2883621"/>
                <a:gd name="csY151" fmla="*/ 2045483 h 2385908"/>
                <a:gd name="csX152" fmla="*/ 929198 w 2883621"/>
                <a:gd name="csY152" fmla="*/ 2045483 h 2385908"/>
                <a:gd name="csX153" fmla="*/ 897104 w 2883621"/>
                <a:gd name="csY153" fmla="*/ 2128774 h 2385908"/>
                <a:gd name="csX154" fmla="*/ 865138 w 2883621"/>
                <a:gd name="csY154" fmla="*/ 2128774 h 2385908"/>
                <a:gd name="csX155" fmla="*/ 833043 w 2883621"/>
                <a:gd name="csY155" fmla="*/ 2212703 h 2385908"/>
                <a:gd name="csX156" fmla="*/ 801077 w 2883621"/>
                <a:gd name="csY156" fmla="*/ 2212703 h 2385908"/>
                <a:gd name="csX157" fmla="*/ 768983 w 2883621"/>
                <a:gd name="csY157" fmla="*/ 2271160 h 2385908"/>
                <a:gd name="csX158" fmla="*/ 737016 w 2883621"/>
                <a:gd name="csY158" fmla="*/ 2328598 h 2385908"/>
                <a:gd name="csX159" fmla="*/ 704922 w 2883621"/>
                <a:gd name="csY159" fmla="*/ 2374574 h 2385908"/>
                <a:gd name="csX160" fmla="*/ 672828 w 2883621"/>
                <a:gd name="csY160" fmla="*/ 2374574 h 2385908"/>
                <a:gd name="csX161" fmla="*/ 640861 w 2883621"/>
                <a:gd name="csY161" fmla="*/ 2374574 h 2385908"/>
                <a:gd name="csX162" fmla="*/ 608768 w 2883621"/>
                <a:gd name="csY162" fmla="*/ 2374574 h 2385908"/>
                <a:gd name="csX163" fmla="*/ 576801 w 2883621"/>
                <a:gd name="csY163" fmla="*/ 2374574 h 2385908"/>
                <a:gd name="csX164" fmla="*/ 544707 w 2883621"/>
                <a:gd name="csY164" fmla="*/ 2374574 h 2385908"/>
                <a:gd name="csX165" fmla="*/ 512740 w 2883621"/>
                <a:gd name="csY165" fmla="*/ 2374574 h 2385908"/>
                <a:gd name="csX166" fmla="*/ 480646 w 2883621"/>
                <a:gd name="csY166" fmla="*/ 2374574 h 2385908"/>
                <a:gd name="csX167" fmla="*/ 448552 w 2883621"/>
                <a:gd name="csY167" fmla="*/ 2374574 h 2385908"/>
                <a:gd name="csX168" fmla="*/ 416586 w 2883621"/>
                <a:gd name="csY168" fmla="*/ 2374574 h 2385908"/>
                <a:gd name="csX169" fmla="*/ 384491 w 2883621"/>
                <a:gd name="csY169" fmla="*/ 2374574 h 2385908"/>
                <a:gd name="csX170" fmla="*/ 352525 w 2883621"/>
                <a:gd name="csY170" fmla="*/ 2374574 h 2385908"/>
                <a:gd name="csX171" fmla="*/ 320431 w 2883621"/>
                <a:gd name="csY171" fmla="*/ 2374574 h 2385908"/>
                <a:gd name="csX172" fmla="*/ 288464 w 2883621"/>
                <a:gd name="csY172" fmla="*/ 2374574 h 2385908"/>
                <a:gd name="csX173" fmla="*/ 256370 w 2883621"/>
                <a:gd name="csY173" fmla="*/ 2374574 h 2385908"/>
                <a:gd name="csX174" fmla="*/ 224276 w 2883621"/>
                <a:gd name="csY174" fmla="*/ 2374574 h 2385908"/>
                <a:gd name="csX175" fmla="*/ 192309 w 2883621"/>
                <a:gd name="csY175" fmla="*/ 2374574 h 2385908"/>
                <a:gd name="csX176" fmla="*/ 160216 w 2883621"/>
                <a:gd name="csY176" fmla="*/ 2385909 h 2385908"/>
                <a:gd name="csX177" fmla="*/ 128249 w 2883621"/>
                <a:gd name="csY177" fmla="*/ 2385909 h 2385908"/>
                <a:gd name="csX178" fmla="*/ 96155 w 2883621"/>
                <a:gd name="csY178" fmla="*/ 2385909 h 2385908"/>
                <a:gd name="csX179" fmla="*/ 64188 w 2883621"/>
                <a:gd name="csY179" fmla="*/ 2385909 h 2385908"/>
                <a:gd name="csX180" fmla="*/ 32094 w 2883621"/>
                <a:gd name="csY180" fmla="*/ 2385909 h 2385908"/>
                <a:gd name="csX181" fmla="*/ 0 w 2883621"/>
                <a:gd name="csY181" fmla="*/ 2385909 h 23859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</a:cxnLst>
              <a:rect l="l" t="t" r="r" b="b"/>
              <a:pathLst>
                <a:path w="2883621" h="2385908">
                  <a:moveTo>
                    <a:pt x="0" y="2385909"/>
                  </a:moveTo>
                  <a:lnTo>
                    <a:pt x="32094" y="2385909"/>
                  </a:lnTo>
                  <a:lnTo>
                    <a:pt x="64188" y="2385909"/>
                  </a:lnTo>
                  <a:lnTo>
                    <a:pt x="96155" y="2385909"/>
                  </a:lnTo>
                  <a:lnTo>
                    <a:pt x="128249" y="2385909"/>
                  </a:lnTo>
                  <a:lnTo>
                    <a:pt x="160216" y="2385909"/>
                  </a:lnTo>
                  <a:lnTo>
                    <a:pt x="192309" y="1836235"/>
                  </a:lnTo>
                  <a:lnTo>
                    <a:pt x="224276" y="1836235"/>
                  </a:lnTo>
                  <a:lnTo>
                    <a:pt x="256370" y="1836235"/>
                  </a:lnTo>
                  <a:lnTo>
                    <a:pt x="288464" y="1836235"/>
                  </a:lnTo>
                  <a:lnTo>
                    <a:pt x="320431" y="1836235"/>
                  </a:lnTo>
                  <a:lnTo>
                    <a:pt x="352525" y="1836235"/>
                  </a:lnTo>
                  <a:lnTo>
                    <a:pt x="384491" y="1836235"/>
                  </a:lnTo>
                  <a:lnTo>
                    <a:pt x="416586" y="1836235"/>
                  </a:lnTo>
                  <a:lnTo>
                    <a:pt x="448552" y="1836235"/>
                  </a:lnTo>
                  <a:lnTo>
                    <a:pt x="480646" y="1836235"/>
                  </a:lnTo>
                  <a:lnTo>
                    <a:pt x="512740" y="1836235"/>
                  </a:lnTo>
                  <a:lnTo>
                    <a:pt x="544707" y="1836235"/>
                  </a:lnTo>
                  <a:lnTo>
                    <a:pt x="576801" y="1836235"/>
                  </a:lnTo>
                  <a:lnTo>
                    <a:pt x="608768" y="1836235"/>
                  </a:lnTo>
                  <a:lnTo>
                    <a:pt x="640861" y="1836235"/>
                  </a:lnTo>
                  <a:lnTo>
                    <a:pt x="672828" y="1836235"/>
                  </a:lnTo>
                  <a:lnTo>
                    <a:pt x="704922" y="1836235"/>
                  </a:lnTo>
                  <a:lnTo>
                    <a:pt x="737016" y="1398636"/>
                  </a:lnTo>
                  <a:lnTo>
                    <a:pt x="768983" y="1289873"/>
                  </a:lnTo>
                  <a:lnTo>
                    <a:pt x="801077" y="1195119"/>
                  </a:lnTo>
                  <a:lnTo>
                    <a:pt x="833043" y="1195119"/>
                  </a:lnTo>
                  <a:lnTo>
                    <a:pt x="865138" y="997079"/>
                  </a:lnTo>
                  <a:lnTo>
                    <a:pt x="897104" y="997079"/>
                  </a:lnTo>
                  <a:lnTo>
                    <a:pt x="929198" y="840684"/>
                  </a:lnTo>
                  <a:lnTo>
                    <a:pt x="961165" y="840684"/>
                  </a:lnTo>
                  <a:lnTo>
                    <a:pt x="993259" y="840684"/>
                  </a:lnTo>
                  <a:lnTo>
                    <a:pt x="1025353" y="840684"/>
                  </a:lnTo>
                  <a:lnTo>
                    <a:pt x="1057319" y="557824"/>
                  </a:lnTo>
                  <a:lnTo>
                    <a:pt x="1089413" y="364241"/>
                  </a:lnTo>
                  <a:lnTo>
                    <a:pt x="1121380" y="364241"/>
                  </a:lnTo>
                  <a:lnTo>
                    <a:pt x="1153474" y="168111"/>
                  </a:lnTo>
                  <a:lnTo>
                    <a:pt x="1185441" y="168111"/>
                  </a:lnTo>
                  <a:lnTo>
                    <a:pt x="1217535" y="168111"/>
                  </a:lnTo>
                  <a:lnTo>
                    <a:pt x="1249629" y="168111"/>
                  </a:lnTo>
                  <a:lnTo>
                    <a:pt x="1281595" y="0"/>
                  </a:lnTo>
                  <a:lnTo>
                    <a:pt x="1313690" y="0"/>
                  </a:lnTo>
                  <a:lnTo>
                    <a:pt x="1345656" y="0"/>
                  </a:lnTo>
                  <a:lnTo>
                    <a:pt x="1377750" y="0"/>
                  </a:lnTo>
                  <a:lnTo>
                    <a:pt x="1409717" y="0"/>
                  </a:lnTo>
                  <a:lnTo>
                    <a:pt x="1441811" y="0"/>
                  </a:lnTo>
                  <a:lnTo>
                    <a:pt x="1473905" y="0"/>
                  </a:lnTo>
                  <a:lnTo>
                    <a:pt x="1505871" y="0"/>
                  </a:lnTo>
                  <a:lnTo>
                    <a:pt x="1537965" y="0"/>
                  </a:lnTo>
                  <a:lnTo>
                    <a:pt x="1569932" y="0"/>
                  </a:lnTo>
                  <a:lnTo>
                    <a:pt x="1602026" y="0"/>
                  </a:lnTo>
                  <a:lnTo>
                    <a:pt x="1633993" y="0"/>
                  </a:lnTo>
                  <a:lnTo>
                    <a:pt x="1666087" y="0"/>
                  </a:lnTo>
                  <a:lnTo>
                    <a:pt x="1698180" y="0"/>
                  </a:lnTo>
                  <a:lnTo>
                    <a:pt x="1730147" y="0"/>
                  </a:lnTo>
                  <a:lnTo>
                    <a:pt x="1762241" y="0"/>
                  </a:lnTo>
                  <a:lnTo>
                    <a:pt x="1794208" y="0"/>
                  </a:lnTo>
                  <a:lnTo>
                    <a:pt x="1826302" y="0"/>
                  </a:lnTo>
                  <a:lnTo>
                    <a:pt x="1858268" y="0"/>
                  </a:lnTo>
                  <a:lnTo>
                    <a:pt x="1890363" y="0"/>
                  </a:lnTo>
                  <a:lnTo>
                    <a:pt x="1922457" y="0"/>
                  </a:lnTo>
                  <a:lnTo>
                    <a:pt x="1954423" y="0"/>
                  </a:lnTo>
                  <a:lnTo>
                    <a:pt x="1986517" y="0"/>
                  </a:lnTo>
                  <a:lnTo>
                    <a:pt x="2018484" y="0"/>
                  </a:lnTo>
                  <a:lnTo>
                    <a:pt x="2050578" y="0"/>
                  </a:lnTo>
                  <a:lnTo>
                    <a:pt x="2082545" y="0"/>
                  </a:lnTo>
                  <a:lnTo>
                    <a:pt x="2114639" y="0"/>
                  </a:lnTo>
                  <a:lnTo>
                    <a:pt x="2146732" y="0"/>
                  </a:lnTo>
                  <a:lnTo>
                    <a:pt x="2178699" y="0"/>
                  </a:lnTo>
                  <a:lnTo>
                    <a:pt x="2210793" y="0"/>
                  </a:lnTo>
                  <a:lnTo>
                    <a:pt x="2242760" y="0"/>
                  </a:lnTo>
                  <a:lnTo>
                    <a:pt x="2274854" y="0"/>
                  </a:lnTo>
                  <a:lnTo>
                    <a:pt x="2306821" y="0"/>
                  </a:lnTo>
                  <a:lnTo>
                    <a:pt x="2338914" y="0"/>
                  </a:lnTo>
                  <a:lnTo>
                    <a:pt x="2371009" y="0"/>
                  </a:lnTo>
                  <a:lnTo>
                    <a:pt x="2402975" y="0"/>
                  </a:lnTo>
                  <a:lnTo>
                    <a:pt x="2435069" y="0"/>
                  </a:lnTo>
                  <a:lnTo>
                    <a:pt x="2467036" y="0"/>
                  </a:lnTo>
                  <a:lnTo>
                    <a:pt x="2499130" y="0"/>
                  </a:lnTo>
                  <a:lnTo>
                    <a:pt x="2531097" y="0"/>
                  </a:lnTo>
                  <a:lnTo>
                    <a:pt x="2563191" y="0"/>
                  </a:lnTo>
                  <a:lnTo>
                    <a:pt x="2595284" y="0"/>
                  </a:lnTo>
                  <a:lnTo>
                    <a:pt x="2627251" y="0"/>
                  </a:lnTo>
                  <a:lnTo>
                    <a:pt x="2659345" y="0"/>
                  </a:lnTo>
                  <a:lnTo>
                    <a:pt x="2691312" y="0"/>
                  </a:lnTo>
                  <a:lnTo>
                    <a:pt x="2723406" y="0"/>
                  </a:lnTo>
                  <a:lnTo>
                    <a:pt x="2755372" y="0"/>
                  </a:lnTo>
                  <a:lnTo>
                    <a:pt x="2787467" y="0"/>
                  </a:lnTo>
                  <a:lnTo>
                    <a:pt x="2819560" y="0"/>
                  </a:lnTo>
                  <a:lnTo>
                    <a:pt x="2851527" y="0"/>
                  </a:lnTo>
                  <a:lnTo>
                    <a:pt x="2883621" y="0"/>
                  </a:lnTo>
                  <a:lnTo>
                    <a:pt x="2883621" y="1570696"/>
                  </a:lnTo>
                  <a:lnTo>
                    <a:pt x="2851527" y="1570696"/>
                  </a:lnTo>
                  <a:lnTo>
                    <a:pt x="2819560" y="1570696"/>
                  </a:lnTo>
                  <a:lnTo>
                    <a:pt x="2787467" y="1570696"/>
                  </a:lnTo>
                  <a:lnTo>
                    <a:pt x="2755372" y="1570696"/>
                  </a:lnTo>
                  <a:lnTo>
                    <a:pt x="2723406" y="1570696"/>
                  </a:lnTo>
                  <a:lnTo>
                    <a:pt x="2691312" y="1570696"/>
                  </a:lnTo>
                  <a:lnTo>
                    <a:pt x="2659345" y="1570696"/>
                  </a:lnTo>
                  <a:lnTo>
                    <a:pt x="2627251" y="1570696"/>
                  </a:lnTo>
                  <a:lnTo>
                    <a:pt x="2595284" y="1570696"/>
                  </a:lnTo>
                  <a:lnTo>
                    <a:pt x="2563191" y="1570696"/>
                  </a:lnTo>
                  <a:lnTo>
                    <a:pt x="2531097" y="1570696"/>
                  </a:lnTo>
                  <a:lnTo>
                    <a:pt x="2499130" y="1570696"/>
                  </a:lnTo>
                  <a:lnTo>
                    <a:pt x="2467036" y="1570696"/>
                  </a:lnTo>
                  <a:lnTo>
                    <a:pt x="2435069" y="1570696"/>
                  </a:lnTo>
                  <a:lnTo>
                    <a:pt x="2402975" y="1570696"/>
                  </a:lnTo>
                  <a:lnTo>
                    <a:pt x="2371009" y="1570696"/>
                  </a:lnTo>
                  <a:lnTo>
                    <a:pt x="2338914" y="1570696"/>
                  </a:lnTo>
                  <a:lnTo>
                    <a:pt x="2306821" y="1570696"/>
                  </a:lnTo>
                  <a:lnTo>
                    <a:pt x="2274854" y="1570696"/>
                  </a:lnTo>
                  <a:lnTo>
                    <a:pt x="2242760" y="1570696"/>
                  </a:lnTo>
                  <a:lnTo>
                    <a:pt x="2210793" y="1570696"/>
                  </a:lnTo>
                  <a:lnTo>
                    <a:pt x="2178699" y="1570696"/>
                  </a:lnTo>
                  <a:lnTo>
                    <a:pt x="2146732" y="1570696"/>
                  </a:lnTo>
                  <a:lnTo>
                    <a:pt x="2114639" y="1570696"/>
                  </a:lnTo>
                  <a:lnTo>
                    <a:pt x="2082545" y="1570696"/>
                  </a:lnTo>
                  <a:lnTo>
                    <a:pt x="2050578" y="1570696"/>
                  </a:lnTo>
                  <a:lnTo>
                    <a:pt x="2018484" y="1570696"/>
                  </a:lnTo>
                  <a:lnTo>
                    <a:pt x="1986517" y="1570696"/>
                  </a:lnTo>
                  <a:lnTo>
                    <a:pt x="1954423" y="1570696"/>
                  </a:lnTo>
                  <a:lnTo>
                    <a:pt x="1922457" y="1570696"/>
                  </a:lnTo>
                  <a:lnTo>
                    <a:pt x="1890363" y="1570696"/>
                  </a:lnTo>
                  <a:lnTo>
                    <a:pt x="1858268" y="1570696"/>
                  </a:lnTo>
                  <a:lnTo>
                    <a:pt x="1826302" y="1570696"/>
                  </a:lnTo>
                  <a:lnTo>
                    <a:pt x="1794208" y="1570696"/>
                  </a:lnTo>
                  <a:lnTo>
                    <a:pt x="1762241" y="1570696"/>
                  </a:lnTo>
                  <a:lnTo>
                    <a:pt x="1730147" y="1570696"/>
                  </a:lnTo>
                  <a:lnTo>
                    <a:pt x="1698180" y="1570696"/>
                  </a:lnTo>
                  <a:lnTo>
                    <a:pt x="1666087" y="1570696"/>
                  </a:lnTo>
                  <a:lnTo>
                    <a:pt x="1633993" y="1570696"/>
                  </a:lnTo>
                  <a:lnTo>
                    <a:pt x="1602026" y="1570696"/>
                  </a:lnTo>
                  <a:lnTo>
                    <a:pt x="1569932" y="1570696"/>
                  </a:lnTo>
                  <a:lnTo>
                    <a:pt x="1537965" y="1570696"/>
                  </a:lnTo>
                  <a:lnTo>
                    <a:pt x="1505871" y="1570696"/>
                  </a:lnTo>
                  <a:lnTo>
                    <a:pt x="1473905" y="1570696"/>
                  </a:lnTo>
                  <a:lnTo>
                    <a:pt x="1441811" y="1570696"/>
                  </a:lnTo>
                  <a:lnTo>
                    <a:pt x="1409717" y="1570696"/>
                  </a:lnTo>
                  <a:lnTo>
                    <a:pt x="1377750" y="1570696"/>
                  </a:lnTo>
                  <a:lnTo>
                    <a:pt x="1345656" y="1570696"/>
                  </a:lnTo>
                  <a:lnTo>
                    <a:pt x="1313690" y="1570696"/>
                  </a:lnTo>
                  <a:lnTo>
                    <a:pt x="1281595" y="1570696"/>
                  </a:lnTo>
                  <a:lnTo>
                    <a:pt x="1249629" y="1690539"/>
                  </a:lnTo>
                  <a:lnTo>
                    <a:pt x="1217535" y="1690539"/>
                  </a:lnTo>
                  <a:lnTo>
                    <a:pt x="1185441" y="1690539"/>
                  </a:lnTo>
                  <a:lnTo>
                    <a:pt x="1153474" y="1690539"/>
                  </a:lnTo>
                  <a:lnTo>
                    <a:pt x="1121380" y="1813820"/>
                  </a:lnTo>
                  <a:lnTo>
                    <a:pt x="1089413" y="1813820"/>
                  </a:lnTo>
                  <a:lnTo>
                    <a:pt x="1057319" y="1926531"/>
                  </a:lnTo>
                  <a:lnTo>
                    <a:pt x="1025353" y="2045483"/>
                  </a:lnTo>
                  <a:lnTo>
                    <a:pt x="993259" y="2045483"/>
                  </a:lnTo>
                  <a:lnTo>
                    <a:pt x="961165" y="2045483"/>
                  </a:lnTo>
                  <a:lnTo>
                    <a:pt x="929198" y="2045483"/>
                  </a:lnTo>
                  <a:lnTo>
                    <a:pt x="897104" y="2128774"/>
                  </a:lnTo>
                  <a:lnTo>
                    <a:pt x="865138" y="2128774"/>
                  </a:lnTo>
                  <a:lnTo>
                    <a:pt x="833043" y="2212703"/>
                  </a:lnTo>
                  <a:lnTo>
                    <a:pt x="801077" y="2212703"/>
                  </a:lnTo>
                  <a:lnTo>
                    <a:pt x="768983" y="2271160"/>
                  </a:lnTo>
                  <a:lnTo>
                    <a:pt x="737016" y="2328598"/>
                  </a:lnTo>
                  <a:lnTo>
                    <a:pt x="704922" y="2374574"/>
                  </a:lnTo>
                  <a:lnTo>
                    <a:pt x="672828" y="2374574"/>
                  </a:lnTo>
                  <a:lnTo>
                    <a:pt x="640861" y="2374574"/>
                  </a:lnTo>
                  <a:lnTo>
                    <a:pt x="608768" y="2374574"/>
                  </a:lnTo>
                  <a:lnTo>
                    <a:pt x="576801" y="2374574"/>
                  </a:lnTo>
                  <a:lnTo>
                    <a:pt x="544707" y="2374574"/>
                  </a:lnTo>
                  <a:lnTo>
                    <a:pt x="512740" y="2374574"/>
                  </a:lnTo>
                  <a:lnTo>
                    <a:pt x="480646" y="2374574"/>
                  </a:lnTo>
                  <a:lnTo>
                    <a:pt x="448552" y="2374574"/>
                  </a:lnTo>
                  <a:lnTo>
                    <a:pt x="416586" y="2374574"/>
                  </a:lnTo>
                  <a:lnTo>
                    <a:pt x="384491" y="2374574"/>
                  </a:lnTo>
                  <a:lnTo>
                    <a:pt x="352525" y="2374574"/>
                  </a:lnTo>
                  <a:lnTo>
                    <a:pt x="320431" y="2374574"/>
                  </a:lnTo>
                  <a:lnTo>
                    <a:pt x="288464" y="2374574"/>
                  </a:lnTo>
                  <a:lnTo>
                    <a:pt x="256370" y="2374574"/>
                  </a:lnTo>
                  <a:lnTo>
                    <a:pt x="224276" y="2374574"/>
                  </a:lnTo>
                  <a:lnTo>
                    <a:pt x="192309" y="2374574"/>
                  </a:lnTo>
                  <a:lnTo>
                    <a:pt x="160216" y="2385909"/>
                  </a:lnTo>
                  <a:lnTo>
                    <a:pt x="128249" y="2385909"/>
                  </a:lnTo>
                  <a:lnTo>
                    <a:pt x="96155" y="2385909"/>
                  </a:lnTo>
                  <a:lnTo>
                    <a:pt x="64188" y="2385909"/>
                  </a:lnTo>
                  <a:lnTo>
                    <a:pt x="32094" y="2385909"/>
                  </a:lnTo>
                  <a:lnTo>
                    <a:pt x="0" y="2385909"/>
                  </a:lnTo>
                  <a:close/>
                </a:path>
              </a:pathLst>
            </a:custGeom>
            <a:solidFill>
              <a:srgbClr val="8C8C8C">
                <a:alpha val="18000"/>
              </a:srgbClr>
            </a:solidFill>
            <a:ln w="0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8FF0E300-0627-F8BB-3CF5-D15A91E567EE}"/>
                </a:ext>
              </a:extLst>
            </p:cNvPr>
            <p:cNvSpPr/>
            <p:nvPr/>
          </p:nvSpPr>
          <p:spPr>
            <a:xfrm>
              <a:off x="4879502" y="2677516"/>
              <a:ext cx="2883621" cy="2385908"/>
            </a:xfrm>
            <a:custGeom>
              <a:avLst/>
              <a:gdLst>
                <a:gd name="csX0" fmla="*/ 0 w 2883621"/>
                <a:gd name="csY0" fmla="*/ 2385909 h 2385908"/>
                <a:gd name="csX1" fmla="*/ 32094 w 2883621"/>
                <a:gd name="csY1" fmla="*/ 2385909 h 2385908"/>
                <a:gd name="csX2" fmla="*/ 64188 w 2883621"/>
                <a:gd name="csY2" fmla="*/ 2385909 h 2385908"/>
                <a:gd name="csX3" fmla="*/ 96155 w 2883621"/>
                <a:gd name="csY3" fmla="*/ 2385909 h 2385908"/>
                <a:gd name="csX4" fmla="*/ 128249 w 2883621"/>
                <a:gd name="csY4" fmla="*/ 2385909 h 2385908"/>
                <a:gd name="csX5" fmla="*/ 160216 w 2883621"/>
                <a:gd name="csY5" fmla="*/ 2385909 h 2385908"/>
                <a:gd name="csX6" fmla="*/ 192309 w 2883621"/>
                <a:gd name="csY6" fmla="*/ 1836235 h 2385908"/>
                <a:gd name="csX7" fmla="*/ 224276 w 2883621"/>
                <a:gd name="csY7" fmla="*/ 1836235 h 2385908"/>
                <a:gd name="csX8" fmla="*/ 256370 w 2883621"/>
                <a:gd name="csY8" fmla="*/ 1836235 h 2385908"/>
                <a:gd name="csX9" fmla="*/ 288464 w 2883621"/>
                <a:gd name="csY9" fmla="*/ 1836235 h 2385908"/>
                <a:gd name="csX10" fmla="*/ 320431 w 2883621"/>
                <a:gd name="csY10" fmla="*/ 1836235 h 2385908"/>
                <a:gd name="csX11" fmla="*/ 352525 w 2883621"/>
                <a:gd name="csY11" fmla="*/ 1836235 h 2385908"/>
                <a:gd name="csX12" fmla="*/ 384491 w 2883621"/>
                <a:gd name="csY12" fmla="*/ 1836235 h 2385908"/>
                <a:gd name="csX13" fmla="*/ 416586 w 2883621"/>
                <a:gd name="csY13" fmla="*/ 1836235 h 2385908"/>
                <a:gd name="csX14" fmla="*/ 448552 w 2883621"/>
                <a:gd name="csY14" fmla="*/ 1836235 h 2385908"/>
                <a:gd name="csX15" fmla="*/ 480646 w 2883621"/>
                <a:gd name="csY15" fmla="*/ 1836235 h 2385908"/>
                <a:gd name="csX16" fmla="*/ 512740 w 2883621"/>
                <a:gd name="csY16" fmla="*/ 1836235 h 2385908"/>
                <a:gd name="csX17" fmla="*/ 544707 w 2883621"/>
                <a:gd name="csY17" fmla="*/ 1836235 h 2385908"/>
                <a:gd name="csX18" fmla="*/ 576801 w 2883621"/>
                <a:gd name="csY18" fmla="*/ 1836235 h 2385908"/>
                <a:gd name="csX19" fmla="*/ 608768 w 2883621"/>
                <a:gd name="csY19" fmla="*/ 1836235 h 2385908"/>
                <a:gd name="csX20" fmla="*/ 640861 w 2883621"/>
                <a:gd name="csY20" fmla="*/ 1836235 h 2385908"/>
                <a:gd name="csX21" fmla="*/ 672828 w 2883621"/>
                <a:gd name="csY21" fmla="*/ 1836235 h 2385908"/>
                <a:gd name="csX22" fmla="*/ 704922 w 2883621"/>
                <a:gd name="csY22" fmla="*/ 1836235 h 2385908"/>
                <a:gd name="csX23" fmla="*/ 737016 w 2883621"/>
                <a:gd name="csY23" fmla="*/ 1398636 h 2385908"/>
                <a:gd name="csX24" fmla="*/ 768983 w 2883621"/>
                <a:gd name="csY24" fmla="*/ 1289873 h 2385908"/>
                <a:gd name="csX25" fmla="*/ 801077 w 2883621"/>
                <a:gd name="csY25" fmla="*/ 1195119 h 2385908"/>
                <a:gd name="csX26" fmla="*/ 833043 w 2883621"/>
                <a:gd name="csY26" fmla="*/ 1195119 h 2385908"/>
                <a:gd name="csX27" fmla="*/ 865138 w 2883621"/>
                <a:gd name="csY27" fmla="*/ 997079 h 2385908"/>
                <a:gd name="csX28" fmla="*/ 897104 w 2883621"/>
                <a:gd name="csY28" fmla="*/ 997079 h 2385908"/>
                <a:gd name="csX29" fmla="*/ 929198 w 2883621"/>
                <a:gd name="csY29" fmla="*/ 840684 h 2385908"/>
                <a:gd name="csX30" fmla="*/ 961165 w 2883621"/>
                <a:gd name="csY30" fmla="*/ 840684 h 2385908"/>
                <a:gd name="csX31" fmla="*/ 993259 w 2883621"/>
                <a:gd name="csY31" fmla="*/ 840684 h 2385908"/>
                <a:gd name="csX32" fmla="*/ 1025353 w 2883621"/>
                <a:gd name="csY32" fmla="*/ 840684 h 2385908"/>
                <a:gd name="csX33" fmla="*/ 1057319 w 2883621"/>
                <a:gd name="csY33" fmla="*/ 557824 h 2385908"/>
                <a:gd name="csX34" fmla="*/ 1089413 w 2883621"/>
                <a:gd name="csY34" fmla="*/ 364241 h 2385908"/>
                <a:gd name="csX35" fmla="*/ 1121380 w 2883621"/>
                <a:gd name="csY35" fmla="*/ 364241 h 2385908"/>
                <a:gd name="csX36" fmla="*/ 1153474 w 2883621"/>
                <a:gd name="csY36" fmla="*/ 168111 h 2385908"/>
                <a:gd name="csX37" fmla="*/ 1185441 w 2883621"/>
                <a:gd name="csY37" fmla="*/ 168111 h 2385908"/>
                <a:gd name="csX38" fmla="*/ 1217535 w 2883621"/>
                <a:gd name="csY38" fmla="*/ 168111 h 2385908"/>
                <a:gd name="csX39" fmla="*/ 1249629 w 2883621"/>
                <a:gd name="csY39" fmla="*/ 168111 h 2385908"/>
                <a:gd name="csX40" fmla="*/ 1281595 w 2883621"/>
                <a:gd name="csY40" fmla="*/ 0 h 2385908"/>
                <a:gd name="csX41" fmla="*/ 1313690 w 2883621"/>
                <a:gd name="csY41" fmla="*/ 0 h 2385908"/>
                <a:gd name="csX42" fmla="*/ 1345656 w 2883621"/>
                <a:gd name="csY42" fmla="*/ 0 h 2385908"/>
                <a:gd name="csX43" fmla="*/ 1377750 w 2883621"/>
                <a:gd name="csY43" fmla="*/ 0 h 2385908"/>
                <a:gd name="csX44" fmla="*/ 1409717 w 2883621"/>
                <a:gd name="csY44" fmla="*/ 0 h 2385908"/>
                <a:gd name="csX45" fmla="*/ 1441811 w 2883621"/>
                <a:gd name="csY45" fmla="*/ 0 h 2385908"/>
                <a:gd name="csX46" fmla="*/ 1473905 w 2883621"/>
                <a:gd name="csY46" fmla="*/ 0 h 2385908"/>
                <a:gd name="csX47" fmla="*/ 1505871 w 2883621"/>
                <a:gd name="csY47" fmla="*/ 0 h 2385908"/>
                <a:gd name="csX48" fmla="*/ 1537965 w 2883621"/>
                <a:gd name="csY48" fmla="*/ 0 h 2385908"/>
                <a:gd name="csX49" fmla="*/ 1569932 w 2883621"/>
                <a:gd name="csY49" fmla="*/ 0 h 2385908"/>
                <a:gd name="csX50" fmla="*/ 1602026 w 2883621"/>
                <a:gd name="csY50" fmla="*/ 0 h 2385908"/>
                <a:gd name="csX51" fmla="*/ 1633993 w 2883621"/>
                <a:gd name="csY51" fmla="*/ 0 h 2385908"/>
                <a:gd name="csX52" fmla="*/ 1666087 w 2883621"/>
                <a:gd name="csY52" fmla="*/ 0 h 2385908"/>
                <a:gd name="csX53" fmla="*/ 1698180 w 2883621"/>
                <a:gd name="csY53" fmla="*/ 0 h 2385908"/>
                <a:gd name="csX54" fmla="*/ 1730147 w 2883621"/>
                <a:gd name="csY54" fmla="*/ 0 h 2385908"/>
                <a:gd name="csX55" fmla="*/ 1762241 w 2883621"/>
                <a:gd name="csY55" fmla="*/ 0 h 2385908"/>
                <a:gd name="csX56" fmla="*/ 1794208 w 2883621"/>
                <a:gd name="csY56" fmla="*/ 0 h 2385908"/>
                <a:gd name="csX57" fmla="*/ 1826302 w 2883621"/>
                <a:gd name="csY57" fmla="*/ 0 h 2385908"/>
                <a:gd name="csX58" fmla="*/ 1858268 w 2883621"/>
                <a:gd name="csY58" fmla="*/ 0 h 2385908"/>
                <a:gd name="csX59" fmla="*/ 1890363 w 2883621"/>
                <a:gd name="csY59" fmla="*/ 0 h 2385908"/>
                <a:gd name="csX60" fmla="*/ 1922457 w 2883621"/>
                <a:gd name="csY60" fmla="*/ 0 h 2385908"/>
                <a:gd name="csX61" fmla="*/ 1954423 w 2883621"/>
                <a:gd name="csY61" fmla="*/ 0 h 2385908"/>
                <a:gd name="csX62" fmla="*/ 1986517 w 2883621"/>
                <a:gd name="csY62" fmla="*/ 0 h 2385908"/>
                <a:gd name="csX63" fmla="*/ 2018484 w 2883621"/>
                <a:gd name="csY63" fmla="*/ 0 h 2385908"/>
                <a:gd name="csX64" fmla="*/ 2050578 w 2883621"/>
                <a:gd name="csY64" fmla="*/ 0 h 2385908"/>
                <a:gd name="csX65" fmla="*/ 2082545 w 2883621"/>
                <a:gd name="csY65" fmla="*/ 0 h 2385908"/>
                <a:gd name="csX66" fmla="*/ 2114639 w 2883621"/>
                <a:gd name="csY66" fmla="*/ 0 h 2385908"/>
                <a:gd name="csX67" fmla="*/ 2146732 w 2883621"/>
                <a:gd name="csY67" fmla="*/ 0 h 2385908"/>
                <a:gd name="csX68" fmla="*/ 2178699 w 2883621"/>
                <a:gd name="csY68" fmla="*/ 0 h 2385908"/>
                <a:gd name="csX69" fmla="*/ 2210793 w 2883621"/>
                <a:gd name="csY69" fmla="*/ 0 h 2385908"/>
                <a:gd name="csX70" fmla="*/ 2242760 w 2883621"/>
                <a:gd name="csY70" fmla="*/ 0 h 2385908"/>
                <a:gd name="csX71" fmla="*/ 2274854 w 2883621"/>
                <a:gd name="csY71" fmla="*/ 0 h 2385908"/>
                <a:gd name="csX72" fmla="*/ 2306821 w 2883621"/>
                <a:gd name="csY72" fmla="*/ 0 h 2385908"/>
                <a:gd name="csX73" fmla="*/ 2338914 w 2883621"/>
                <a:gd name="csY73" fmla="*/ 0 h 2385908"/>
                <a:gd name="csX74" fmla="*/ 2371009 w 2883621"/>
                <a:gd name="csY74" fmla="*/ 0 h 2385908"/>
                <a:gd name="csX75" fmla="*/ 2402975 w 2883621"/>
                <a:gd name="csY75" fmla="*/ 0 h 2385908"/>
                <a:gd name="csX76" fmla="*/ 2435069 w 2883621"/>
                <a:gd name="csY76" fmla="*/ 0 h 2385908"/>
                <a:gd name="csX77" fmla="*/ 2467036 w 2883621"/>
                <a:gd name="csY77" fmla="*/ 0 h 2385908"/>
                <a:gd name="csX78" fmla="*/ 2499130 w 2883621"/>
                <a:gd name="csY78" fmla="*/ 0 h 2385908"/>
                <a:gd name="csX79" fmla="*/ 2531097 w 2883621"/>
                <a:gd name="csY79" fmla="*/ 0 h 2385908"/>
                <a:gd name="csX80" fmla="*/ 2563191 w 2883621"/>
                <a:gd name="csY80" fmla="*/ 0 h 2385908"/>
                <a:gd name="csX81" fmla="*/ 2595284 w 2883621"/>
                <a:gd name="csY81" fmla="*/ 0 h 2385908"/>
                <a:gd name="csX82" fmla="*/ 2627251 w 2883621"/>
                <a:gd name="csY82" fmla="*/ 0 h 2385908"/>
                <a:gd name="csX83" fmla="*/ 2659345 w 2883621"/>
                <a:gd name="csY83" fmla="*/ 0 h 2385908"/>
                <a:gd name="csX84" fmla="*/ 2691312 w 2883621"/>
                <a:gd name="csY84" fmla="*/ 0 h 2385908"/>
                <a:gd name="csX85" fmla="*/ 2723406 w 2883621"/>
                <a:gd name="csY85" fmla="*/ 0 h 2385908"/>
                <a:gd name="csX86" fmla="*/ 2755372 w 2883621"/>
                <a:gd name="csY86" fmla="*/ 0 h 2385908"/>
                <a:gd name="csX87" fmla="*/ 2787467 w 2883621"/>
                <a:gd name="csY87" fmla="*/ 0 h 2385908"/>
                <a:gd name="csX88" fmla="*/ 2819560 w 2883621"/>
                <a:gd name="csY88" fmla="*/ 0 h 2385908"/>
                <a:gd name="csX89" fmla="*/ 2851527 w 2883621"/>
                <a:gd name="csY89" fmla="*/ 0 h 2385908"/>
                <a:gd name="csX90" fmla="*/ 2883621 w 2883621"/>
                <a:gd name="csY90" fmla="*/ 0 h 23859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</a:cxnLst>
              <a:rect l="l" t="t" r="r" b="b"/>
              <a:pathLst>
                <a:path w="2883621" h="2385908">
                  <a:moveTo>
                    <a:pt x="0" y="2385909"/>
                  </a:moveTo>
                  <a:lnTo>
                    <a:pt x="32094" y="2385909"/>
                  </a:lnTo>
                  <a:lnTo>
                    <a:pt x="64188" y="2385909"/>
                  </a:lnTo>
                  <a:lnTo>
                    <a:pt x="96155" y="2385909"/>
                  </a:lnTo>
                  <a:lnTo>
                    <a:pt x="128249" y="2385909"/>
                  </a:lnTo>
                  <a:lnTo>
                    <a:pt x="160216" y="2385909"/>
                  </a:lnTo>
                  <a:lnTo>
                    <a:pt x="192309" y="1836235"/>
                  </a:lnTo>
                  <a:lnTo>
                    <a:pt x="224276" y="1836235"/>
                  </a:lnTo>
                  <a:lnTo>
                    <a:pt x="256370" y="1836235"/>
                  </a:lnTo>
                  <a:lnTo>
                    <a:pt x="288464" y="1836235"/>
                  </a:lnTo>
                  <a:lnTo>
                    <a:pt x="320431" y="1836235"/>
                  </a:lnTo>
                  <a:lnTo>
                    <a:pt x="352525" y="1836235"/>
                  </a:lnTo>
                  <a:lnTo>
                    <a:pt x="384491" y="1836235"/>
                  </a:lnTo>
                  <a:lnTo>
                    <a:pt x="416586" y="1836235"/>
                  </a:lnTo>
                  <a:lnTo>
                    <a:pt x="448552" y="1836235"/>
                  </a:lnTo>
                  <a:lnTo>
                    <a:pt x="480646" y="1836235"/>
                  </a:lnTo>
                  <a:lnTo>
                    <a:pt x="512740" y="1836235"/>
                  </a:lnTo>
                  <a:lnTo>
                    <a:pt x="544707" y="1836235"/>
                  </a:lnTo>
                  <a:lnTo>
                    <a:pt x="576801" y="1836235"/>
                  </a:lnTo>
                  <a:lnTo>
                    <a:pt x="608768" y="1836235"/>
                  </a:lnTo>
                  <a:lnTo>
                    <a:pt x="640861" y="1836235"/>
                  </a:lnTo>
                  <a:lnTo>
                    <a:pt x="672828" y="1836235"/>
                  </a:lnTo>
                  <a:lnTo>
                    <a:pt x="704922" y="1836235"/>
                  </a:lnTo>
                  <a:lnTo>
                    <a:pt x="737016" y="1398636"/>
                  </a:lnTo>
                  <a:lnTo>
                    <a:pt x="768983" y="1289873"/>
                  </a:lnTo>
                  <a:lnTo>
                    <a:pt x="801077" y="1195119"/>
                  </a:lnTo>
                  <a:lnTo>
                    <a:pt x="833043" y="1195119"/>
                  </a:lnTo>
                  <a:lnTo>
                    <a:pt x="865138" y="997079"/>
                  </a:lnTo>
                  <a:lnTo>
                    <a:pt x="897104" y="997079"/>
                  </a:lnTo>
                  <a:lnTo>
                    <a:pt x="929198" y="840684"/>
                  </a:lnTo>
                  <a:lnTo>
                    <a:pt x="961165" y="840684"/>
                  </a:lnTo>
                  <a:lnTo>
                    <a:pt x="993259" y="840684"/>
                  </a:lnTo>
                  <a:lnTo>
                    <a:pt x="1025353" y="840684"/>
                  </a:lnTo>
                  <a:lnTo>
                    <a:pt x="1057319" y="557824"/>
                  </a:lnTo>
                  <a:lnTo>
                    <a:pt x="1089413" y="364241"/>
                  </a:lnTo>
                  <a:lnTo>
                    <a:pt x="1121380" y="364241"/>
                  </a:lnTo>
                  <a:lnTo>
                    <a:pt x="1153474" y="168111"/>
                  </a:lnTo>
                  <a:lnTo>
                    <a:pt x="1185441" y="168111"/>
                  </a:lnTo>
                  <a:lnTo>
                    <a:pt x="1217535" y="168111"/>
                  </a:lnTo>
                  <a:lnTo>
                    <a:pt x="1249629" y="168111"/>
                  </a:lnTo>
                  <a:lnTo>
                    <a:pt x="1281595" y="0"/>
                  </a:lnTo>
                  <a:lnTo>
                    <a:pt x="1313690" y="0"/>
                  </a:lnTo>
                  <a:lnTo>
                    <a:pt x="1345656" y="0"/>
                  </a:lnTo>
                  <a:lnTo>
                    <a:pt x="1377750" y="0"/>
                  </a:lnTo>
                  <a:lnTo>
                    <a:pt x="1409717" y="0"/>
                  </a:lnTo>
                  <a:lnTo>
                    <a:pt x="1441811" y="0"/>
                  </a:lnTo>
                  <a:lnTo>
                    <a:pt x="1473905" y="0"/>
                  </a:lnTo>
                  <a:lnTo>
                    <a:pt x="1505871" y="0"/>
                  </a:lnTo>
                  <a:lnTo>
                    <a:pt x="1537965" y="0"/>
                  </a:lnTo>
                  <a:lnTo>
                    <a:pt x="1569932" y="0"/>
                  </a:lnTo>
                  <a:lnTo>
                    <a:pt x="1602026" y="0"/>
                  </a:lnTo>
                  <a:lnTo>
                    <a:pt x="1633993" y="0"/>
                  </a:lnTo>
                  <a:lnTo>
                    <a:pt x="1666087" y="0"/>
                  </a:lnTo>
                  <a:lnTo>
                    <a:pt x="1698180" y="0"/>
                  </a:lnTo>
                  <a:lnTo>
                    <a:pt x="1730147" y="0"/>
                  </a:lnTo>
                  <a:lnTo>
                    <a:pt x="1762241" y="0"/>
                  </a:lnTo>
                  <a:lnTo>
                    <a:pt x="1794208" y="0"/>
                  </a:lnTo>
                  <a:lnTo>
                    <a:pt x="1826302" y="0"/>
                  </a:lnTo>
                  <a:lnTo>
                    <a:pt x="1858268" y="0"/>
                  </a:lnTo>
                  <a:lnTo>
                    <a:pt x="1890363" y="0"/>
                  </a:lnTo>
                  <a:lnTo>
                    <a:pt x="1922457" y="0"/>
                  </a:lnTo>
                  <a:lnTo>
                    <a:pt x="1954423" y="0"/>
                  </a:lnTo>
                  <a:lnTo>
                    <a:pt x="1986517" y="0"/>
                  </a:lnTo>
                  <a:lnTo>
                    <a:pt x="2018484" y="0"/>
                  </a:lnTo>
                  <a:lnTo>
                    <a:pt x="2050578" y="0"/>
                  </a:lnTo>
                  <a:lnTo>
                    <a:pt x="2082545" y="0"/>
                  </a:lnTo>
                  <a:lnTo>
                    <a:pt x="2114639" y="0"/>
                  </a:lnTo>
                  <a:lnTo>
                    <a:pt x="2146732" y="0"/>
                  </a:lnTo>
                  <a:lnTo>
                    <a:pt x="2178699" y="0"/>
                  </a:lnTo>
                  <a:lnTo>
                    <a:pt x="2210793" y="0"/>
                  </a:lnTo>
                  <a:lnTo>
                    <a:pt x="2242760" y="0"/>
                  </a:lnTo>
                  <a:lnTo>
                    <a:pt x="2274854" y="0"/>
                  </a:lnTo>
                  <a:lnTo>
                    <a:pt x="2306821" y="0"/>
                  </a:lnTo>
                  <a:lnTo>
                    <a:pt x="2338914" y="0"/>
                  </a:lnTo>
                  <a:lnTo>
                    <a:pt x="2371009" y="0"/>
                  </a:lnTo>
                  <a:lnTo>
                    <a:pt x="2402975" y="0"/>
                  </a:lnTo>
                  <a:lnTo>
                    <a:pt x="2435069" y="0"/>
                  </a:lnTo>
                  <a:lnTo>
                    <a:pt x="2467036" y="0"/>
                  </a:lnTo>
                  <a:lnTo>
                    <a:pt x="2499130" y="0"/>
                  </a:lnTo>
                  <a:lnTo>
                    <a:pt x="2531097" y="0"/>
                  </a:lnTo>
                  <a:lnTo>
                    <a:pt x="2563191" y="0"/>
                  </a:lnTo>
                  <a:lnTo>
                    <a:pt x="2595284" y="0"/>
                  </a:lnTo>
                  <a:lnTo>
                    <a:pt x="2627251" y="0"/>
                  </a:lnTo>
                  <a:lnTo>
                    <a:pt x="2659345" y="0"/>
                  </a:lnTo>
                  <a:lnTo>
                    <a:pt x="2691312" y="0"/>
                  </a:lnTo>
                  <a:lnTo>
                    <a:pt x="2723406" y="0"/>
                  </a:lnTo>
                  <a:lnTo>
                    <a:pt x="2755372" y="0"/>
                  </a:lnTo>
                  <a:lnTo>
                    <a:pt x="2787467" y="0"/>
                  </a:lnTo>
                  <a:lnTo>
                    <a:pt x="2819560" y="0"/>
                  </a:lnTo>
                  <a:lnTo>
                    <a:pt x="2851527" y="0"/>
                  </a:lnTo>
                  <a:lnTo>
                    <a:pt x="2883621" y="0"/>
                  </a:lnTo>
                </a:path>
              </a:pathLst>
            </a:custGeom>
            <a:noFill/>
            <a:ln w="14770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" name="Freeform 194">
              <a:extLst>
                <a:ext uri="{FF2B5EF4-FFF2-40B4-BE49-F238E27FC236}">
                  <a16:creationId xmlns:a16="http://schemas.microsoft.com/office/drawing/2014/main" id="{7FC472C6-B309-8B1E-A49E-2E20B5C7CAD3}"/>
                </a:ext>
              </a:extLst>
            </p:cNvPr>
            <p:cNvSpPr/>
            <p:nvPr/>
          </p:nvSpPr>
          <p:spPr>
            <a:xfrm>
              <a:off x="4879502" y="4248212"/>
              <a:ext cx="2883621" cy="815212"/>
            </a:xfrm>
            <a:custGeom>
              <a:avLst/>
              <a:gdLst>
                <a:gd name="csX0" fmla="*/ 2883621 w 2883621"/>
                <a:gd name="csY0" fmla="*/ 0 h 815212"/>
                <a:gd name="csX1" fmla="*/ 2851527 w 2883621"/>
                <a:gd name="csY1" fmla="*/ 0 h 815212"/>
                <a:gd name="csX2" fmla="*/ 2819560 w 2883621"/>
                <a:gd name="csY2" fmla="*/ 0 h 815212"/>
                <a:gd name="csX3" fmla="*/ 2787467 w 2883621"/>
                <a:gd name="csY3" fmla="*/ 0 h 815212"/>
                <a:gd name="csX4" fmla="*/ 2755372 w 2883621"/>
                <a:gd name="csY4" fmla="*/ 0 h 815212"/>
                <a:gd name="csX5" fmla="*/ 2723406 w 2883621"/>
                <a:gd name="csY5" fmla="*/ 0 h 815212"/>
                <a:gd name="csX6" fmla="*/ 2691312 w 2883621"/>
                <a:gd name="csY6" fmla="*/ 0 h 815212"/>
                <a:gd name="csX7" fmla="*/ 2659345 w 2883621"/>
                <a:gd name="csY7" fmla="*/ 0 h 815212"/>
                <a:gd name="csX8" fmla="*/ 2627251 w 2883621"/>
                <a:gd name="csY8" fmla="*/ 0 h 815212"/>
                <a:gd name="csX9" fmla="*/ 2595284 w 2883621"/>
                <a:gd name="csY9" fmla="*/ 0 h 815212"/>
                <a:gd name="csX10" fmla="*/ 2563191 w 2883621"/>
                <a:gd name="csY10" fmla="*/ 0 h 815212"/>
                <a:gd name="csX11" fmla="*/ 2531097 w 2883621"/>
                <a:gd name="csY11" fmla="*/ 0 h 815212"/>
                <a:gd name="csX12" fmla="*/ 2499130 w 2883621"/>
                <a:gd name="csY12" fmla="*/ 0 h 815212"/>
                <a:gd name="csX13" fmla="*/ 2467036 w 2883621"/>
                <a:gd name="csY13" fmla="*/ 0 h 815212"/>
                <a:gd name="csX14" fmla="*/ 2435069 w 2883621"/>
                <a:gd name="csY14" fmla="*/ 0 h 815212"/>
                <a:gd name="csX15" fmla="*/ 2402975 w 2883621"/>
                <a:gd name="csY15" fmla="*/ 0 h 815212"/>
                <a:gd name="csX16" fmla="*/ 2371009 w 2883621"/>
                <a:gd name="csY16" fmla="*/ 0 h 815212"/>
                <a:gd name="csX17" fmla="*/ 2338914 w 2883621"/>
                <a:gd name="csY17" fmla="*/ 0 h 815212"/>
                <a:gd name="csX18" fmla="*/ 2306821 w 2883621"/>
                <a:gd name="csY18" fmla="*/ 0 h 815212"/>
                <a:gd name="csX19" fmla="*/ 2274854 w 2883621"/>
                <a:gd name="csY19" fmla="*/ 0 h 815212"/>
                <a:gd name="csX20" fmla="*/ 2242760 w 2883621"/>
                <a:gd name="csY20" fmla="*/ 0 h 815212"/>
                <a:gd name="csX21" fmla="*/ 2210793 w 2883621"/>
                <a:gd name="csY21" fmla="*/ 0 h 815212"/>
                <a:gd name="csX22" fmla="*/ 2178699 w 2883621"/>
                <a:gd name="csY22" fmla="*/ 0 h 815212"/>
                <a:gd name="csX23" fmla="*/ 2146732 w 2883621"/>
                <a:gd name="csY23" fmla="*/ 0 h 815212"/>
                <a:gd name="csX24" fmla="*/ 2114639 w 2883621"/>
                <a:gd name="csY24" fmla="*/ 0 h 815212"/>
                <a:gd name="csX25" fmla="*/ 2082545 w 2883621"/>
                <a:gd name="csY25" fmla="*/ 0 h 815212"/>
                <a:gd name="csX26" fmla="*/ 2050578 w 2883621"/>
                <a:gd name="csY26" fmla="*/ 0 h 815212"/>
                <a:gd name="csX27" fmla="*/ 2018484 w 2883621"/>
                <a:gd name="csY27" fmla="*/ 0 h 815212"/>
                <a:gd name="csX28" fmla="*/ 1986517 w 2883621"/>
                <a:gd name="csY28" fmla="*/ 0 h 815212"/>
                <a:gd name="csX29" fmla="*/ 1954423 w 2883621"/>
                <a:gd name="csY29" fmla="*/ 0 h 815212"/>
                <a:gd name="csX30" fmla="*/ 1922457 w 2883621"/>
                <a:gd name="csY30" fmla="*/ 0 h 815212"/>
                <a:gd name="csX31" fmla="*/ 1890363 w 2883621"/>
                <a:gd name="csY31" fmla="*/ 0 h 815212"/>
                <a:gd name="csX32" fmla="*/ 1858268 w 2883621"/>
                <a:gd name="csY32" fmla="*/ 0 h 815212"/>
                <a:gd name="csX33" fmla="*/ 1826302 w 2883621"/>
                <a:gd name="csY33" fmla="*/ 0 h 815212"/>
                <a:gd name="csX34" fmla="*/ 1794208 w 2883621"/>
                <a:gd name="csY34" fmla="*/ 0 h 815212"/>
                <a:gd name="csX35" fmla="*/ 1762241 w 2883621"/>
                <a:gd name="csY35" fmla="*/ 0 h 815212"/>
                <a:gd name="csX36" fmla="*/ 1730147 w 2883621"/>
                <a:gd name="csY36" fmla="*/ 0 h 815212"/>
                <a:gd name="csX37" fmla="*/ 1698180 w 2883621"/>
                <a:gd name="csY37" fmla="*/ 0 h 815212"/>
                <a:gd name="csX38" fmla="*/ 1666087 w 2883621"/>
                <a:gd name="csY38" fmla="*/ 0 h 815212"/>
                <a:gd name="csX39" fmla="*/ 1633993 w 2883621"/>
                <a:gd name="csY39" fmla="*/ 0 h 815212"/>
                <a:gd name="csX40" fmla="*/ 1602026 w 2883621"/>
                <a:gd name="csY40" fmla="*/ 0 h 815212"/>
                <a:gd name="csX41" fmla="*/ 1569932 w 2883621"/>
                <a:gd name="csY41" fmla="*/ 0 h 815212"/>
                <a:gd name="csX42" fmla="*/ 1537965 w 2883621"/>
                <a:gd name="csY42" fmla="*/ 0 h 815212"/>
                <a:gd name="csX43" fmla="*/ 1505871 w 2883621"/>
                <a:gd name="csY43" fmla="*/ 0 h 815212"/>
                <a:gd name="csX44" fmla="*/ 1473905 w 2883621"/>
                <a:gd name="csY44" fmla="*/ 0 h 815212"/>
                <a:gd name="csX45" fmla="*/ 1441811 w 2883621"/>
                <a:gd name="csY45" fmla="*/ 0 h 815212"/>
                <a:gd name="csX46" fmla="*/ 1409717 w 2883621"/>
                <a:gd name="csY46" fmla="*/ 0 h 815212"/>
                <a:gd name="csX47" fmla="*/ 1377750 w 2883621"/>
                <a:gd name="csY47" fmla="*/ 0 h 815212"/>
                <a:gd name="csX48" fmla="*/ 1345656 w 2883621"/>
                <a:gd name="csY48" fmla="*/ 0 h 815212"/>
                <a:gd name="csX49" fmla="*/ 1313690 w 2883621"/>
                <a:gd name="csY49" fmla="*/ 0 h 815212"/>
                <a:gd name="csX50" fmla="*/ 1281595 w 2883621"/>
                <a:gd name="csY50" fmla="*/ 0 h 815212"/>
                <a:gd name="csX51" fmla="*/ 1249629 w 2883621"/>
                <a:gd name="csY51" fmla="*/ 119843 h 815212"/>
                <a:gd name="csX52" fmla="*/ 1217535 w 2883621"/>
                <a:gd name="csY52" fmla="*/ 119843 h 815212"/>
                <a:gd name="csX53" fmla="*/ 1185441 w 2883621"/>
                <a:gd name="csY53" fmla="*/ 119843 h 815212"/>
                <a:gd name="csX54" fmla="*/ 1153474 w 2883621"/>
                <a:gd name="csY54" fmla="*/ 119843 h 815212"/>
                <a:gd name="csX55" fmla="*/ 1121380 w 2883621"/>
                <a:gd name="csY55" fmla="*/ 243125 h 815212"/>
                <a:gd name="csX56" fmla="*/ 1089413 w 2883621"/>
                <a:gd name="csY56" fmla="*/ 243125 h 815212"/>
                <a:gd name="csX57" fmla="*/ 1057319 w 2883621"/>
                <a:gd name="csY57" fmla="*/ 355836 h 815212"/>
                <a:gd name="csX58" fmla="*/ 1025353 w 2883621"/>
                <a:gd name="csY58" fmla="*/ 474788 h 815212"/>
                <a:gd name="csX59" fmla="*/ 993259 w 2883621"/>
                <a:gd name="csY59" fmla="*/ 474788 h 815212"/>
                <a:gd name="csX60" fmla="*/ 961165 w 2883621"/>
                <a:gd name="csY60" fmla="*/ 474788 h 815212"/>
                <a:gd name="csX61" fmla="*/ 929198 w 2883621"/>
                <a:gd name="csY61" fmla="*/ 474788 h 815212"/>
                <a:gd name="csX62" fmla="*/ 897104 w 2883621"/>
                <a:gd name="csY62" fmla="*/ 558079 h 815212"/>
                <a:gd name="csX63" fmla="*/ 865138 w 2883621"/>
                <a:gd name="csY63" fmla="*/ 558079 h 815212"/>
                <a:gd name="csX64" fmla="*/ 833043 w 2883621"/>
                <a:gd name="csY64" fmla="*/ 642007 h 815212"/>
                <a:gd name="csX65" fmla="*/ 801077 w 2883621"/>
                <a:gd name="csY65" fmla="*/ 642007 h 815212"/>
                <a:gd name="csX66" fmla="*/ 768983 w 2883621"/>
                <a:gd name="csY66" fmla="*/ 700464 h 815212"/>
                <a:gd name="csX67" fmla="*/ 737016 w 2883621"/>
                <a:gd name="csY67" fmla="*/ 757902 h 815212"/>
                <a:gd name="csX68" fmla="*/ 704922 w 2883621"/>
                <a:gd name="csY68" fmla="*/ 803878 h 815212"/>
                <a:gd name="csX69" fmla="*/ 672828 w 2883621"/>
                <a:gd name="csY69" fmla="*/ 803878 h 815212"/>
                <a:gd name="csX70" fmla="*/ 640861 w 2883621"/>
                <a:gd name="csY70" fmla="*/ 803878 h 815212"/>
                <a:gd name="csX71" fmla="*/ 608768 w 2883621"/>
                <a:gd name="csY71" fmla="*/ 803878 h 815212"/>
                <a:gd name="csX72" fmla="*/ 576801 w 2883621"/>
                <a:gd name="csY72" fmla="*/ 803878 h 815212"/>
                <a:gd name="csX73" fmla="*/ 544707 w 2883621"/>
                <a:gd name="csY73" fmla="*/ 803878 h 815212"/>
                <a:gd name="csX74" fmla="*/ 512740 w 2883621"/>
                <a:gd name="csY74" fmla="*/ 803878 h 815212"/>
                <a:gd name="csX75" fmla="*/ 480646 w 2883621"/>
                <a:gd name="csY75" fmla="*/ 803878 h 815212"/>
                <a:gd name="csX76" fmla="*/ 448552 w 2883621"/>
                <a:gd name="csY76" fmla="*/ 803878 h 815212"/>
                <a:gd name="csX77" fmla="*/ 416586 w 2883621"/>
                <a:gd name="csY77" fmla="*/ 803878 h 815212"/>
                <a:gd name="csX78" fmla="*/ 384491 w 2883621"/>
                <a:gd name="csY78" fmla="*/ 803878 h 815212"/>
                <a:gd name="csX79" fmla="*/ 352525 w 2883621"/>
                <a:gd name="csY79" fmla="*/ 803878 h 815212"/>
                <a:gd name="csX80" fmla="*/ 320431 w 2883621"/>
                <a:gd name="csY80" fmla="*/ 803878 h 815212"/>
                <a:gd name="csX81" fmla="*/ 288464 w 2883621"/>
                <a:gd name="csY81" fmla="*/ 803878 h 815212"/>
                <a:gd name="csX82" fmla="*/ 256370 w 2883621"/>
                <a:gd name="csY82" fmla="*/ 803878 h 815212"/>
                <a:gd name="csX83" fmla="*/ 224276 w 2883621"/>
                <a:gd name="csY83" fmla="*/ 803878 h 815212"/>
                <a:gd name="csX84" fmla="*/ 192309 w 2883621"/>
                <a:gd name="csY84" fmla="*/ 803878 h 815212"/>
                <a:gd name="csX85" fmla="*/ 160216 w 2883621"/>
                <a:gd name="csY85" fmla="*/ 815213 h 815212"/>
                <a:gd name="csX86" fmla="*/ 128249 w 2883621"/>
                <a:gd name="csY86" fmla="*/ 815213 h 815212"/>
                <a:gd name="csX87" fmla="*/ 96155 w 2883621"/>
                <a:gd name="csY87" fmla="*/ 815213 h 815212"/>
                <a:gd name="csX88" fmla="*/ 64188 w 2883621"/>
                <a:gd name="csY88" fmla="*/ 815213 h 815212"/>
                <a:gd name="csX89" fmla="*/ 32094 w 2883621"/>
                <a:gd name="csY89" fmla="*/ 815213 h 815212"/>
                <a:gd name="csX90" fmla="*/ 0 w 2883621"/>
                <a:gd name="csY90" fmla="*/ 815213 h 8152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</a:cxnLst>
              <a:rect l="l" t="t" r="r" b="b"/>
              <a:pathLst>
                <a:path w="2883621" h="815212">
                  <a:moveTo>
                    <a:pt x="2883621" y="0"/>
                  </a:moveTo>
                  <a:lnTo>
                    <a:pt x="2851527" y="0"/>
                  </a:lnTo>
                  <a:lnTo>
                    <a:pt x="2819560" y="0"/>
                  </a:lnTo>
                  <a:lnTo>
                    <a:pt x="2787467" y="0"/>
                  </a:lnTo>
                  <a:lnTo>
                    <a:pt x="2755372" y="0"/>
                  </a:lnTo>
                  <a:lnTo>
                    <a:pt x="2723406" y="0"/>
                  </a:lnTo>
                  <a:lnTo>
                    <a:pt x="2691312" y="0"/>
                  </a:lnTo>
                  <a:lnTo>
                    <a:pt x="2659345" y="0"/>
                  </a:lnTo>
                  <a:lnTo>
                    <a:pt x="2627251" y="0"/>
                  </a:lnTo>
                  <a:lnTo>
                    <a:pt x="2595284" y="0"/>
                  </a:lnTo>
                  <a:lnTo>
                    <a:pt x="2563191" y="0"/>
                  </a:lnTo>
                  <a:lnTo>
                    <a:pt x="2531097" y="0"/>
                  </a:lnTo>
                  <a:lnTo>
                    <a:pt x="2499130" y="0"/>
                  </a:lnTo>
                  <a:lnTo>
                    <a:pt x="2467036" y="0"/>
                  </a:lnTo>
                  <a:lnTo>
                    <a:pt x="2435069" y="0"/>
                  </a:lnTo>
                  <a:lnTo>
                    <a:pt x="2402975" y="0"/>
                  </a:lnTo>
                  <a:lnTo>
                    <a:pt x="2371009" y="0"/>
                  </a:lnTo>
                  <a:lnTo>
                    <a:pt x="2338914" y="0"/>
                  </a:lnTo>
                  <a:lnTo>
                    <a:pt x="2306821" y="0"/>
                  </a:lnTo>
                  <a:lnTo>
                    <a:pt x="2274854" y="0"/>
                  </a:lnTo>
                  <a:lnTo>
                    <a:pt x="2242760" y="0"/>
                  </a:lnTo>
                  <a:lnTo>
                    <a:pt x="2210793" y="0"/>
                  </a:lnTo>
                  <a:lnTo>
                    <a:pt x="2178699" y="0"/>
                  </a:lnTo>
                  <a:lnTo>
                    <a:pt x="2146732" y="0"/>
                  </a:lnTo>
                  <a:lnTo>
                    <a:pt x="2114639" y="0"/>
                  </a:lnTo>
                  <a:lnTo>
                    <a:pt x="2082545" y="0"/>
                  </a:lnTo>
                  <a:lnTo>
                    <a:pt x="2050578" y="0"/>
                  </a:lnTo>
                  <a:lnTo>
                    <a:pt x="2018484" y="0"/>
                  </a:lnTo>
                  <a:lnTo>
                    <a:pt x="1986517" y="0"/>
                  </a:lnTo>
                  <a:lnTo>
                    <a:pt x="1954423" y="0"/>
                  </a:lnTo>
                  <a:lnTo>
                    <a:pt x="1922457" y="0"/>
                  </a:lnTo>
                  <a:lnTo>
                    <a:pt x="1890363" y="0"/>
                  </a:lnTo>
                  <a:lnTo>
                    <a:pt x="1858268" y="0"/>
                  </a:lnTo>
                  <a:lnTo>
                    <a:pt x="1826302" y="0"/>
                  </a:lnTo>
                  <a:lnTo>
                    <a:pt x="1794208" y="0"/>
                  </a:lnTo>
                  <a:lnTo>
                    <a:pt x="1762241" y="0"/>
                  </a:lnTo>
                  <a:lnTo>
                    <a:pt x="1730147" y="0"/>
                  </a:lnTo>
                  <a:lnTo>
                    <a:pt x="1698180" y="0"/>
                  </a:lnTo>
                  <a:lnTo>
                    <a:pt x="1666087" y="0"/>
                  </a:lnTo>
                  <a:lnTo>
                    <a:pt x="1633993" y="0"/>
                  </a:lnTo>
                  <a:lnTo>
                    <a:pt x="1602026" y="0"/>
                  </a:lnTo>
                  <a:lnTo>
                    <a:pt x="1569932" y="0"/>
                  </a:lnTo>
                  <a:lnTo>
                    <a:pt x="1537965" y="0"/>
                  </a:lnTo>
                  <a:lnTo>
                    <a:pt x="1505871" y="0"/>
                  </a:lnTo>
                  <a:lnTo>
                    <a:pt x="1473905" y="0"/>
                  </a:lnTo>
                  <a:lnTo>
                    <a:pt x="1441811" y="0"/>
                  </a:lnTo>
                  <a:lnTo>
                    <a:pt x="1409717" y="0"/>
                  </a:lnTo>
                  <a:lnTo>
                    <a:pt x="1377750" y="0"/>
                  </a:lnTo>
                  <a:lnTo>
                    <a:pt x="1345656" y="0"/>
                  </a:lnTo>
                  <a:lnTo>
                    <a:pt x="1313690" y="0"/>
                  </a:lnTo>
                  <a:lnTo>
                    <a:pt x="1281595" y="0"/>
                  </a:lnTo>
                  <a:lnTo>
                    <a:pt x="1249629" y="119843"/>
                  </a:lnTo>
                  <a:lnTo>
                    <a:pt x="1217535" y="119843"/>
                  </a:lnTo>
                  <a:lnTo>
                    <a:pt x="1185441" y="119843"/>
                  </a:lnTo>
                  <a:lnTo>
                    <a:pt x="1153474" y="119843"/>
                  </a:lnTo>
                  <a:lnTo>
                    <a:pt x="1121380" y="243125"/>
                  </a:lnTo>
                  <a:lnTo>
                    <a:pt x="1089413" y="243125"/>
                  </a:lnTo>
                  <a:lnTo>
                    <a:pt x="1057319" y="355836"/>
                  </a:lnTo>
                  <a:lnTo>
                    <a:pt x="1025353" y="474788"/>
                  </a:lnTo>
                  <a:lnTo>
                    <a:pt x="993259" y="474788"/>
                  </a:lnTo>
                  <a:lnTo>
                    <a:pt x="961165" y="474788"/>
                  </a:lnTo>
                  <a:lnTo>
                    <a:pt x="929198" y="474788"/>
                  </a:lnTo>
                  <a:lnTo>
                    <a:pt x="897104" y="558079"/>
                  </a:lnTo>
                  <a:lnTo>
                    <a:pt x="865138" y="558079"/>
                  </a:lnTo>
                  <a:lnTo>
                    <a:pt x="833043" y="642007"/>
                  </a:lnTo>
                  <a:lnTo>
                    <a:pt x="801077" y="642007"/>
                  </a:lnTo>
                  <a:lnTo>
                    <a:pt x="768983" y="700464"/>
                  </a:lnTo>
                  <a:lnTo>
                    <a:pt x="737016" y="757902"/>
                  </a:lnTo>
                  <a:lnTo>
                    <a:pt x="704922" y="803878"/>
                  </a:lnTo>
                  <a:lnTo>
                    <a:pt x="672828" y="803878"/>
                  </a:lnTo>
                  <a:lnTo>
                    <a:pt x="640861" y="803878"/>
                  </a:lnTo>
                  <a:lnTo>
                    <a:pt x="608768" y="803878"/>
                  </a:lnTo>
                  <a:lnTo>
                    <a:pt x="576801" y="803878"/>
                  </a:lnTo>
                  <a:lnTo>
                    <a:pt x="544707" y="803878"/>
                  </a:lnTo>
                  <a:lnTo>
                    <a:pt x="512740" y="803878"/>
                  </a:lnTo>
                  <a:lnTo>
                    <a:pt x="480646" y="803878"/>
                  </a:lnTo>
                  <a:lnTo>
                    <a:pt x="448552" y="803878"/>
                  </a:lnTo>
                  <a:lnTo>
                    <a:pt x="416586" y="803878"/>
                  </a:lnTo>
                  <a:lnTo>
                    <a:pt x="384491" y="803878"/>
                  </a:lnTo>
                  <a:lnTo>
                    <a:pt x="352525" y="803878"/>
                  </a:lnTo>
                  <a:lnTo>
                    <a:pt x="320431" y="803878"/>
                  </a:lnTo>
                  <a:lnTo>
                    <a:pt x="288464" y="803878"/>
                  </a:lnTo>
                  <a:lnTo>
                    <a:pt x="256370" y="803878"/>
                  </a:lnTo>
                  <a:lnTo>
                    <a:pt x="224276" y="803878"/>
                  </a:lnTo>
                  <a:lnTo>
                    <a:pt x="192309" y="803878"/>
                  </a:lnTo>
                  <a:lnTo>
                    <a:pt x="160216" y="815213"/>
                  </a:lnTo>
                  <a:lnTo>
                    <a:pt x="128249" y="815213"/>
                  </a:lnTo>
                  <a:lnTo>
                    <a:pt x="96155" y="815213"/>
                  </a:lnTo>
                  <a:lnTo>
                    <a:pt x="64188" y="815213"/>
                  </a:lnTo>
                  <a:lnTo>
                    <a:pt x="32094" y="815213"/>
                  </a:lnTo>
                  <a:lnTo>
                    <a:pt x="0" y="815213"/>
                  </a:lnTo>
                </a:path>
              </a:pathLst>
            </a:custGeom>
            <a:noFill/>
            <a:ln w="14770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0229AF70-C9CF-A562-FAF6-DB2A6FB98203}"/>
                </a:ext>
              </a:extLst>
            </p:cNvPr>
            <p:cNvSpPr/>
            <p:nvPr/>
          </p:nvSpPr>
          <p:spPr>
            <a:xfrm>
              <a:off x="4879502" y="3083276"/>
              <a:ext cx="2883621" cy="1980148"/>
            </a:xfrm>
            <a:custGeom>
              <a:avLst/>
              <a:gdLst>
                <a:gd name="csX0" fmla="*/ 0 w 2883621"/>
                <a:gd name="csY0" fmla="*/ 1980149 h 1980148"/>
                <a:gd name="csX1" fmla="*/ 32094 w 2883621"/>
                <a:gd name="csY1" fmla="*/ 1980149 h 1980148"/>
                <a:gd name="csX2" fmla="*/ 64188 w 2883621"/>
                <a:gd name="csY2" fmla="*/ 1980149 h 1980148"/>
                <a:gd name="csX3" fmla="*/ 96155 w 2883621"/>
                <a:gd name="csY3" fmla="*/ 1638577 h 1980148"/>
                <a:gd name="csX4" fmla="*/ 128249 w 2883621"/>
                <a:gd name="csY4" fmla="*/ 1638577 h 1980148"/>
                <a:gd name="csX5" fmla="*/ 160216 w 2883621"/>
                <a:gd name="csY5" fmla="*/ 1638577 h 1980148"/>
                <a:gd name="csX6" fmla="*/ 192309 w 2883621"/>
                <a:gd name="csY6" fmla="*/ 1638577 h 1980148"/>
                <a:gd name="csX7" fmla="*/ 224276 w 2883621"/>
                <a:gd name="csY7" fmla="*/ 1638577 h 1980148"/>
                <a:gd name="csX8" fmla="*/ 256370 w 2883621"/>
                <a:gd name="csY8" fmla="*/ 1638577 h 1980148"/>
                <a:gd name="csX9" fmla="*/ 288464 w 2883621"/>
                <a:gd name="csY9" fmla="*/ 1638577 h 1980148"/>
                <a:gd name="csX10" fmla="*/ 320431 w 2883621"/>
                <a:gd name="csY10" fmla="*/ 1588525 h 1980148"/>
                <a:gd name="csX11" fmla="*/ 352525 w 2883621"/>
                <a:gd name="csY11" fmla="*/ 1525611 h 1980148"/>
                <a:gd name="csX12" fmla="*/ 384491 w 2883621"/>
                <a:gd name="csY12" fmla="*/ 1479253 h 1980148"/>
                <a:gd name="csX13" fmla="*/ 416586 w 2883621"/>
                <a:gd name="csY13" fmla="*/ 1413155 h 1980148"/>
                <a:gd name="csX14" fmla="*/ 448552 w 2883621"/>
                <a:gd name="csY14" fmla="*/ 1413155 h 1980148"/>
                <a:gd name="csX15" fmla="*/ 480646 w 2883621"/>
                <a:gd name="csY15" fmla="*/ 1413155 h 1980148"/>
                <a:gd name="csX16" fmla="*/ 512740 w 2883621"/>
                <a:gd name="csY16" fmla="*/ 1413155 h 1980148"/>
                <a:gd name="csX17" fmla="*/ 544707 w 2883621"/>
                <a:gd name="csY17" fmla="*/ 1413155 h 1980148"/>
                <a:gd name="csX18" fmla="*/ 576801 w 2883621"/>
                <a:gd name="csY18" fmla="*/ 1356863 h 1980148"/>
                <a:gd name="csX19" fmla="*/ 608768 w 2883621"/>
                <a:gd name="csY19" fmla="*/ 1356863 h 1980148"/>
                <a:gd name="csX20" fmla="*/ 640861 w 2883621"/>
                <a:gd name="csY20" fmla="*/ 1356863 h 1980148"/>
                <a:gd name="csX21" fmla="*/ 672828 w 2883621"/>
                <a:gd name="csY21" fmla="*/ 1178054 h 1980148"/>
                <a:gd name="csX22" fmla="*/ 704922 w 2883621"/>
                <a:gd name="csY22" fmla="*/ 1178054 h 1980148"/>
                <a:gd name="csX23" fmla="*/ 737016 w 2883621"/>
                <a:gd name="csY23" fmla="*/ 1104950 h 1980148"/>
                <a:gd name="csX24" fmla="*/ 768983 w 2883621"/>
                <a:gd name="csY24" fmla="*/ 1104950 h 1980148"/>
                <a:gd name="csX25" fmla="*/ 801077 w 2883621"/>
                <a:gd name="csY25" fmla="*/ 1104950 h 1980148"/>
                <a:gd name="csX26" fmla="*/ 833043 w 2883621"/>
                <a:gd name="csY26" fmla="*/ 1104950 h 1980148"/>
                <a:gd name="csX27" fmla="*/ 865138 w 2883621"/>
                <a:gd name="csY27" fmla="*/ 1104950 h 1980148"/>
                <a:gd name="csX28" fmla="*/ 897104 w 2883621"/>
                <a:gd name="csY28" fmla="*/ 1104950 h 1980148"/>
                <a:gd name="csX29" fmla="*/ 929198 w 2883621"/>
                <a:gd name="csY29" fmla="*/ 1002937 h 1980148"/>
                <a:gd name="csX30" fmla="*/ 961165 w 2883621"/>
                <a:gd name="csY30" fmla="*/ 1002937 h 1980148"/>
                <a:gd name="csX31" fmla="*/ 993259 w 2883621"/>
                <a:gd name="csY31" fmla="*/ 1002937 h 1980148"/>
                <a:gd name="csX32" fmla="*/ 1025353 w 2883621"/>
                <a:gd name="csY32" fmla="*/ 918118 h 1980148"/>
                <a:gd name="csX33" fmla="*/ 1057319 w 2883621"/>
                <a:gd name="csY33" fmla="*/ 744784 h 1980148"/>
                <a:gd name="csX34" fmla="*/ 1089413 w 2883621"/>
                <a:gd name="csY34" fmla="*/ 584569 h 1980148"/>
                <a:gd name="csX35" fmla="*/ 1121380 w 2883621"/>
                <a:gd name="csY35" fmla="*/ 584569 h 1980148"/>
                <a:gd name="csX36" fmla="*/ 1153474 w 2883621"/>
                <a:gd name="csY36" fmla="*/ 584569 h 1980148"/>
                <a:gd name="csX37" fmla="*/ 1185441 w 2883621"/>
                <a:gd name="csY37" fmla="*/ 584569 h 1980148"/>
                <a:gd name="csX38" fmla="*/ 1217535 w 2883621"/>
                <a:gd name="csY38" fmla="*/ 584569 h 1980148"/>
                <a:gd name="csX39" fmla="*/ 1249629 w 2883621"/>
                <a:gd name="csY39" fmla="*/ 584569 h 1980148"/>
                <a:gd name="csX40" fmla="*/ 1281595 w 2883621"/>
                <a:gd name="csY40" fmla="*/ 584569 h 1980148"/>
                <a:gd name="csX41" fmla="*/ 1313690 w 2883621"/>
                <a:gd name="csY41" fmla="*/ 584569 h 1980148"/>
                <a:gd name="csX42" fmla="*/ 1345656 w 2883621"/>
                <a:gd name="csY42" fmla="*/ 584569 h 1980148"/>
                <a:gd name="csX43" fmla="*/ 1377750 w 2883621"/>
                <a:gd name="csY43" fmla="*/ 584569 h 1980148"/>
                <a:gd name="csX44" fmla="*/ 1409717 w 2883621"/>
                <a:gd name="csY44" fmla="*/ 584569 h 1980148"/>
                <a:gd name="csX45" fmla="*/ 1441811 w 2883621"/>
                <a:gd name="csY45" fmla="*/ 501405 h 1980148"/>
                <a:gd name="csX46" fmla="*/ 1473905 w 2883621"/>
                <a:gd name="csY46" fmla="*/ 413529 h 1980148"/>
                <a:gd name="csX47" fmla="*/ 1505871 w 2883621"/>
                <a:gd name="csY47" fmla="*/ 413529 h 1980148"/>
                <a:gd name="csX48" fmla="*/ 1537965 w 2883621"/>
                <a:gd name="csY48" fmla="*/ 413529 h 1980148"/>
                <a:gd name="csX49" fmla="*/ 1569932 w 2883621"/>
                <a:gd name="csY49" fmla="*/ 413529 h 1980148"/>
                <a:gd name="csX50" fmla="*/ 1602026 w 2883621"/>
                <a:gd name="csY50" fmla="*/ 413529 h 1980148"/>
                <a:gd name="csX51" fmla="*/ 1633993 w 2883621"/>
                <a:gd name="csY51" fmla="*/ 413529 h 1980148"/>
                <a:gd name="csX52" fmla="*/ 1666087 w 2883621"/>
                <a:gd name="csY52" fmla="*/ 413529 h 1980148"/>
                <a:gd name="csX53" fmla="*/ 1698180 w 2883621"/>
                <a:gd name="csY53" fmla="*/ 413529 h 1980148"/>
                <a:gd name="csX54" fmla="*/ 1730147 w 2883621"/>
                <a:gd name="csY54" fmla="*/ 413529 h 1980148"/>
                <a:gd name="csX55" fmla="*/ 1762241 w 2883621"/>
                <a:gd name="csY55" fmla="*/ 273054 h 1980148"/>
                <a:gd name="csX56" fmla="*/ 1794208 w 2883621"/>
                <a:gd name="csY56" fmla="*/ 273054 h 1980148"/>
                <a:gd name="csX57" fmla="*/ 1826302 w 2883621"/>
                <a:gd name="csY57" fmla="*/ 273054 h 1980148"/>
                <a:gd name="csX58" fmla="*/ 1858268 w 2883621"/>
                <a:gd name="csY58" fmla="*/ 273054 h 1980148"/>
                <a:gd name="csX59" fmla="*/ 1890363 w 2883621"/>
                <a:gd name="csY59" fmla="*/ 273054 h 1980148"/>
                <a:gd name="csX60" fmla="*/ 1922457 w 2883621"/>
                <a:gd name="csY60" fmla="*/ 273054 h 1980148"/>
                <a:gd name="csX61" fmla="*/ 1954423 w 2883621"/>
                <a:gd name="csY61" fmla="*/ 273054 h 1980148"/>
                <a:gd name="csX62" fmla="*/ 1986517 w 2883621"/>
                <a:gd name="csY62" fmla="*/ 153338 h 1980148"/>
                <a:gd name="csX63" fmla="*/ 2018484 w 2883621"/>
                <a:gd name="csY63" fmla="*/ 153338 h 1980148"/>
                <a:gd name="csX64" fmla="*/ 2050578 w 2883621"/>
                <a:gd name="csY64" fmla="*/ 153338 h 1980148"/>
                <a:gd name="csX65" fmla="*/ 2082545 w 2883621"/>
                <a:gd name="csY65" fmla="*/ 153338 h 1980148"/>
                <a:gd name="csX66" fmla="*/ 2114639 w 2883621"/>
                <a:gd name="csY66" fmla="*/ 153338 h 1980148"/>
                <a:gd name="csX67" fmla="*/ 2146732 w 2883621"/>
                <a:gd name="csY67" fmla="*/ 153338 h 1980148"/>
                <a:gd name="csX68" fmla="*/ 2178699 w 2883621"/>
                <a:gd name="csY68" fmla="*/ 153338 h 1980148"/>
                <a:gd name="csX69" fmla="*/ 2210793 w 2883621"/>
                <a:gd name="csY69" fmla="*/ 153338 h 1980148"/>
                <a:gd name="csX70" fmla="*/ 2242760 w 2883621"/>
                <a:gd name="csY70" fmla="*/ 153338 h 1980148"/>
                <a:gd name="csX71" fmla="*/ 2274854 w 2883621"/>
                <a:gd name="csY71" fmla="*/ 0 h 1980148"/>
                <a:gd name="csX72" fmla="*/ 2306821 w 2883621"/>
                <a:gd name="csY72" fmla="*/ 0 h 1980148"/>
                <a:gd name="csX73" fmla="*/ 2338914 w 2883621"/>
                <a:gd name="csY73" fmla="*/ 0 h 1980148"/>
                <a:gd name="csX74" fmla="*/ 2371009 w 2883621"/>
                <a:gd name="csY74" fmla="*/ 0 h 1980148"/>
                <a:gd name="csX75" fmla="*/ 2402975 w 2883621"/>
                <a:gd name="csY75" fmla="*/ 0 h 1980148"/>
                <a:gd name="csX76" fmla="*/ 2435069 w 2883621"/>
                <a:gd name="csY76" fmla="*/ 0 h 1980148"/>
                <a:gd name="csX77" fmla="*/ 2467036 w 2883621"/>
                <a:gd name="csY77" fmla="*/ 0 h 1980148"/>
                <a:gd name="csX78" fmla="*/ 2499130 w 2883621"/>
                <a:gd name="csY78" fmla="*/ 0 h 1980148"/>
                <a:gd name="csX79" fmla="*/ 2531097 w 2883621"/>
                <a:gd name="csY79" fmla="*/ 0 h 1980148"/>
                <a:gd name="csX80" fmla="*/ 2563191 w 2883621"/>
                <a:gd name="csY80" fmla="*/ 0 h 1980148"/>
                <a:gd name="csX81" fmla="*/ 2595284 w 2883621"/>
                <a:gd name="csY81" fmla="*/ 0 h 1980148"/>
                <a:gd name="csX82" fmla="*/ 2627251 w 2883621"/>
                <a:gd name="csY82" fmla="*/ 0 h 1980148"/>
                <a:gd name="csX83" fmla="*/ 2659345 w 2883621"/>
                <a:gd name="csY83" fmla="*/ 0 h 1980148"/>
                <a:gd name="csX84" fmla="*/ 2691312 w 2883621"/>
                <a:gd name="csY84" fmla="*/ 0 h 1980148"/>
                <a:gd name="csX85" fmla="*/ 2723406 w 2883621"/>
                <a:gd name="csY85" fmla="*/ 0 h 1980148"/>
                <a:gd name="csX86" fmla="*/ 2755372 w 2883621"/>
                <a:gd name="csY86" fmla="*/ 0 h 1980148"/>
                <a:gd name="csX87" fmla="*/ 2787467 w 2883621"/>
                <a:gd name="csY87" fmla="*/ 0 h 1980148"/>
                <a:gd name="csX88" fmla="*/ 2819560 w 2883621"/>
                <a:gd name="csY88" fmla="*/ 0 h 1980148"/>
                <a:gd name="csX89" fmla="*/ 2851527 w 2883621"/>
                <a:gd name="csY89" fmla="*/ 0 h 1980148"/>
                <a:gd name="csX90" fmla="*/ 2883621 w 2883621"/>
                <a:gd name="csY90" fmla="*/ 0 h 1980148"/>
                <a:gd name="csX91" fmla="*/ 2883621 w 2883621"/>
                <a:gd name="csY91" fmla="*/ 1088394 h 1980148"/>
                <a:gd name="csX92" fmla="*/ 2851527 w 2883621"/>
                <a:gd name="csY92" fmla="*/ 1088394 h 1980148"/>
                <a:gd name="csX93" fmla="*/ 2819560 w 2883621"/>
                <a:gd name="csY93" fmla="*/ 1088394 h 1980148"/>
                <a:gd name="csX94" fmla="*/ 2787467 w 2883621"/>
                <a:gd name="csY94" fmla="*/ 1088394 h 1980148"/>
                <a:gd name="csX95" fmla="*/ 2755372 w 2883621"/>
                <a:gd name="csY95" fmla="*/ 1088394 h 1980148"/>
                <a:gd name="csX96" fmla="*/ 2723406 w 2883621"/>
                <a:gd name="csY96" fmla="*/ 1088394 h 1980148"/>
                <a:gd name="csX97" fmla="*/ 2691312 w 2883621"/>
                <a:gd name="csY97" fmla="*/ 1088394 h 1980148"/>
                <a:gd name="csX98" fmla="*/ 2659345 w 2883621"/>
                <a:gd name="csY98" fmla="*/ 1088394 h 1980148"/>
                <a:gd name="csX99" fmla="*/ 2627251 w 2883621"/>
                <a:gd name="csY99" fmla="*/ 1088394 h 1980148"/>
                <a:gd name="csX100" fmla="*/ 2595284 w 2883621"/>
                <a:gd name="csY100" fmla="*/ 1088394 h 1980148"/>
                <a:gd name="csX101" fmla="*/ 2563191 w 2883621"/>
                <a:gd name="csY101" fmla="*/ 1088394 h 1980148"/>
                <a:gd name="csX102" fmla="*/ 2531097 w 2883621"/>
                <a:gd name="csY102" fmla="*/ 1088394 h 1980148"/>
                <a:gd name="csX103" fmla="*/ 2499130 w 2883621"/>
                <a:gd name="csY103" fmla="*/ 1088394 h 1980148"/>
                <a:gd name="csX104" fmla="*/ 2467036 w 2883621"/>
                <a:gd name="csY104" fmla="*/ 1088394 h 1980148"/>
                <a:gd name="csX105" fmla="*/ 2435069 w 2883621"/>
                <a:gd name="csY105" fmla="*/ 1088394 h 1980148"/>
                <a:gd name="csX106" fmla="*/ 2402975 w 2883621"/>
                <a:gd name="csY106" fmla="*/ 1088394 h 1980148"/>
                <a:gd name="csX107" fmla="*/ 2371009 w 2883621"/>
                <a:gd name="csY107" fmla="*/ 1088394 h 1980148"/>
                <a:gd name="csX108" fmla="*/ 2338914 w 2883621"/>
                <a:gd name="csY108" fmla="*/ 1088394 h 1980148"/>
                <a:gd name="csX109" fmla="*/ 2306821 w 2883621"/>
                <a:gd name="csY109" fmla="*/ 1088394 h 1980148"/>
                <a:gd name="csX110" fmla="*/ 2274854 w 2883621"/>
                <a:gd name="csY110" fmla="*/ 1088394 h 1980148"/>
                <a:gd name="csX111" fmla="*/ 2242760 w 2883621"/>
                <a:gd name="csY111" fmla="*/ 1174742 h 1980148"/>
                <a:gd name="csX112" fmla="*/ 2210793 w 2883621"/>
                <a:gd name="csY112" fmla="*/ 1174742 h 1980148"/>
                <a:gd name="csX113" fmla="*/ 2178699 w 2883621"/>
                <a:gd name="csY113" fmla="*/ 1174742 h 1980148"/>
                <a:gd name="csX114" fmla="*/ 2146732 w 2883621"/>
                <a:gd name="csY114" fmla="*/ 1174742 h 1980148"/>
                <a:gd name="csX115" fmla="*/ 2114639 w 2883621"/>
                <a:gd name="csY115" fmla="*/ 1174742 h 1980148"/>
                <a:gd name="csX116" fmla="*/ 2082545 w 2883621"/>
                <a:gd name="csY116" fmla="*/ 1174742 h 1980148"/>
                <a:gd name="csX117" fmla="*/ 2050578 w 2883621"/>
                <a:gd name="csY117" fmla="*/ 1174742 h 1980148"/>
                <a:gd name="csX118" fmla="*/ 2018484 w 2883621"/>
                <a:gd name="csY118" fmla="*/ 1174742 h 1980148"/>
                <a:gd name="csX119" fmla="*/ 1986517 w 2883621"/>
                <a:gd name="csY119" fmla="*/ 1174742 h 1980148"/>
                <a:gd name="csX120" fmla="*/ 1954423 w 2883621"/>
                <a:gd name="csY120" fmla="*/ 1247845 h 1980148"/>
                <a:gd name="csX121" fmla="*/ 1922457 w 2883621"/>
                <a:gd name="csY121" fmla="*/ 1247845 h 1980148"/>
                <a:gd name="csX122" fmla="*/ 1890363 w 2883621"/>
                <a:gd name="csY122" fmla="*/ 1247845 h 1980148"/>
                <a:gd name="csX123" fmla="*/ 1858268 w 2883621"/>
                <a:gd name="csY123" fmla="*/ 1247845 h 1980148"/>
                <a:gd name="csX124" fmla="*/ 1826302 w 2883621"/>
                <a:gd name="csY124" fmla="*/ 1247845 h 1980148"/>
                <a:gd name="csX125" fmla="*/ 1794208 w 2883621"/>
                <a:gd name="csY125" fmla="*/ 1247845 h 1980148"/>
                <a:gd name="csX126" fmla="*/ 1762241 w 2883621"/>
                <a:gd name="csY126" fmla="*/ 1247845 h 1980148"/>
                <a:gd name="csX127" fmla="*/ 1730147 w 2883621"/>
                <a:gd name="csY127" fmla="*/ 1325024 h 1980148"/>
                <a:gd name="csX128" fmla="*/ 1698180 w 2883621"/>
                <a:gd name="csY128" fmla="*/ 1325024 h 1980148"/>
                <a:gd name="csX129" fmla="*/ 1666087 w 2883621"/>
                <a:gd name="csY129" fmla="*/ 1325024 h 1980148"/>
                <a:gd name="csX130" fmla="*/ 1633993 w 2883621"/>
                <a:gd name="csY130" fmla="*/ 1325024 h 1980148"/>
                <a:gd name="csX131" fmla="*/ 1602026 w 2883621"/>
                <a:gd name="csY131" fmla="*/ 1325024 h 1980148"/>
                <a:gd name="csX132" fmla="*/ 1569932 w 2883621"/>
                <a:gd name="csY132" fmla="*/ 1325024 h 1980148"/>
                <a:gd name="csX133" fmla="*/ 1537965 w 2883621"/>
                <a:gd name="csY133" fmla="*/ 1325024 h 1980148"/>
                <a:gd name="csX134" fmla="*/ 1505871 w 2883621"/>
                <a:gd name="csY134" fmla="*/ 1325024 h 1980148"/>
                <a:gd name="csX135" fmla="*/ 1473905 w 2883621"/>
                <a:gd name="csY135" fmla="*/ 1325024 h 1980148"/>
                <a:gd name="csX136" fmla="*/ 1441811 w 2883621"/>
                <a:gd name="csY136" fmla="*/ 1381443 h 1980148"/>
                <a:gd name="csX137" fmla="*/ 1409717 w 2883621"/>
                <a:gd name="csY137" fmla="*/ 1434551 h 1980148"/>
                <a:gd name="csX138" fmla="*/ 1377750 w 2883621"/>
                <a:gd name="csY138" fmla="*/ 1434551 h 1980148"/>
                <a:gd name="csX139" fmla="*/ 1345656 w 2883621"/>
                <a:gd name="csY139" fmla="*/ 1434551 h 1980148"/>
                <a:gd name="csX140" fmla="*/ 1313690 w 2883621"/>
                <a:gd name="csY140" fmla="*/ 1434551 h 1980148"/>
                <a:gd name="csX141" fmla="*/ 1281595 w 2883621"/>
                <a:gd name="csY141" fmla="*/ 1434551 h 1980148"/>
                <a:gd name="csX142" fmla="*/ 1249629 w 2883621"/>
                <a:gd name="csY142" fmla="*/ 1434551 h 1980148"/>
                <a:gd name="csX143" fmla="*/ 1217535 w 2883621"/>
                <a:gd name="csY143" fmla="*/ 1434551 h 1980148"/>
                <a:gd name="csX144" fmla="*/ 1185441 w 2883621"/>
                <a:gd name="csY144" fmla="*/ 1434551 h 1980148"/>
                <a:gd name="csX145" fmla="*/ 1153474 w 2883621"/>
                <a:gd name="csY145" fmla="*/ 1434551 h 1980148"/>
                <a:gd name="csX146" fmla="*/ 1121380 w 2883621"/>
                <a:gd name="csY146" fmla="*/ 1434551 h 1980148"/>
                <a:gd name="csX147" fmla="*/ 1089413 w 2883621"/>
                <a:gd name="csY147" fmla="*/ 1434551 h 1980148"/>
                <a:gd name="csX148" fmla="*/ 1057319 w 2883621"/>
                <a:gd name="csY148" fmla="*/ 1536819 h 1980148"/>
                <a:gd name="csX149" fmla="*/ 1025353 w 2883621"/>
                <a:gd name="csY149" fmla="*/ 1636794 h 1980148"/>
                <a:gd name="csX150" fmla="*/ 993259 w 2883621"/>
                <a:gd name="csY150" fmla="*/ 1683279 h 1980148"/>
                <a:gd name="csX151" fmla="*/ 961165 w 2883621"/>
                <a:gd name="csY151" fmla="*/ 1683279 h 1980148"/>
                <a:gd name="csX152" fmla="*/ 929198 w 2883621"/>
                <a:gd name="csY152" fmla="*/ 1683279 h 1980148"/>
                <a:gd name="csX153" fmla="*/ 897104 w 2883621"/>
                <a:gd name="csY153" fmla="*/ 1731802 h 1980148"/>
                <a:gd name="csX154" fmla="*/ 865138 w 2883621"/>
                <a:gd name="csY154" fmla="*/ 1731802 h 1980148"/>
                <a:gd name="csX155" fmla="*/ 833043 w 2883621"/>
                <a:gd name="csY155" fmla="*/ 1731802 h 1980148"/>
                <a:gd name="csX156" fmla="*/ 801077 w 2883621"/>
                <a:gd name="csY156" fmla="*/ 1731802 h 1980148"/>
                <a:gd name="csX157" fmla="*/ 768983 w 2883621"/>
                <a:gd name="csY157" fmla="*/ 1731802 h 1980148"/>
                <a:gd name="csX158" fmla="*/ 737016 w 2883621"/>
                <a:gd name="csY158" fmla="*/ 1731802 h 1980148"/>
                <a:gd name="csX159" fmla="*/ 704922 w 2883621"/>
                <a:gd name="csY159" fmla="*/ 1770774 h 1980148"/>
                <a:gd name="csX160" fmla="*/ 672828 w 2883621"/>
                <a:gd name="csY160" fmla="*/ 1770774 h 1980148"/>
                <a:gd name="csX161" fmla="*/ 640861 w 2883621"/>
                <a:gd name="csY161" fmla="*/ 1849226 h 1980148"/>
                <a:gd name="csX162" fmla="*/ 608768 w 2883621"/>
                <a:gd name="csY162" fmla="*/ 1849226 h 1980148"/>
                <a:gd name="csX163" fmla="*/ 576801 w 2883621"/>
                <a:gd name="csY163" fmla="*/ 1849226 h 1980148"/>
                <a:gd name="csX164" fmla="*/ 544707 w 2883621"/>
                <a:gd name="csY164" fmla="*/ 1878135 h 1980148"/>
                <a:gd name="csX165" fmla="*/ 512740 w 2883621"/>
                <a:gd name="csY165" fmla="*/ 1878135 h 1980148"/>
                <a:gd name="csX166" fmla="*/ 480646 w 2883621"/>
                <a:gd name="csY166" fmla="*/ 1878135 h 1980148"/>
                <a:gd name="csX167" fmla="*/ 448552 w 2883621"/>
                <a:gd name="csY167" fmla="*/ 1878135 h 1980148"/>
                <a:gd name="csX168" fmla="*/ 416586 w 2883621"/>
                <a:gd name="csY168" fmla="*/ 1878135 h 1980148"/>
                <a:gd name="csX169" fmla="*/ 384491 w 2883621"/>
                <a:gd name="csY169" fmla="*/ 1907300 h 1980148"/>
                <a:gd name="csX170" fmla="*/ 352525 w 2883621"/>
                <a:gd name="csY170" fmla="*/ 1931244 h 1980148"/>
                <a:gd name="csX171" fmla="*/ 320431 w 2883621"/>
                <a:gd name="csY171" fmla="*/ 1954932 h 1980148"/>
                <a:gd name="csX172" fmla="*/ 288464 w 2883621"/>
                <a:gd name="csY172" fmla="*/ 1973144 h 1980148"/>
                <a:gd name="csX173" fmla="*/ 256370 w 2883621"/>
                <a:gd name="csY173" fmla="*/ 1973144 h 1980148"/>
                <a:gd name="csX174" fmla="*/ 224276 w 2883621"/>
                <a:gd name="csY174" fmla="*/ 1973144 h 1980148"/>
                <a:gd name="csX175" fmla="*/ 192309 w 2883621"/>
                <a:gd name="csY175" fmla="*/ 1973144 h 1980148"/>
                <a:gd name="csX176" fmla="*/ 160216 w 2883621"/>
                <a:gd name="csY176" fmla="*/ 1973144 h 1980148"/>
                <a:gd name="csX177" fmla="*/ 128249 w 2883621"/>
                <a:gd name="csY177" fmla="*/ 1973144 h 1980148"/>
                <a:gd name="csX178" fmla="*/ 96155 w 2883621"/>
                <a:gd name="csY178" fmla="*/ 1973144 h 1980148"/>
                <a:gd name="csX179" fmla="*/ 64188 w 2883621"/>
                <a:gd name="csY179" fmla="*/ 1980149 h 1980148"/>
                <a:gd name="csX180" fmla="*/ 32094 w 2883621"/>
                <a:gd name="csY180" fmla="*/ 1980149 h 1980148"/>
                <a:gd name="csX181" fmla="*/ 0 w 2883621"/>
                <a:gd name="csY181" fmla="*/ 1980149 h 19801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</a:cxnLst>
              <a:rect l="l" t="t" r="r" b="b"/>
              <a:pathLst>
                <a:path w="2883621" h="1980148">
                  <a:moveTo>
                    <a:pt x="0" y="1980149"/>
                  </a:moveTo>
                  <a:lnTo>
                    <a:pt x="32094" y="1980149"/>
                  </a:lnTo>
                  <a:lnTo>
                    <a:pt x="64188" y="1980149"/>
                  </a:lnTo>
                  <a:lnTo>
                    <a:pt x="96155" y="1638577"/>
                  </a:lnTo>
                  <a:lnTo>
                    <a:pt x="128249" y="1638577"/>
                  </a:lnTo>
                  <a:lnTo>
                    <a:pt x="160216" y="1638577"/>
                  </a:lnTo>
                  <a:lnTo>
                    <a:pt x="192309" y="1638577"/>
                  </a:lnTo>
                  <a:lnTo>
                    <a:pt x="224276" y="1638577"/>
                  </a:lnTo>
                  <a:lnTo>
                    <a:pt x="256370" y="1638577"/>
                  </a:lnTo>
                  <a:lnTo>
                    <a:pt x="288464" y="1638577"/>
                  </a:lnTo>
                  <a:lnTo>
                    <a:pt x="320431" y="1588525"/>
                  </a:lnTo>
                  <a:lnTo>
                    <a:pt x="352525" y="1525611"/>
                  </a:lnTo>
                  <a:lnTo>
                    <a:pt x="384491" y="1479253"/>
                  </a:lnTo>
                  <a:lnTo>
                    <a:pt x="416586" y="1413155"/>
                  </a:lnTo>
                  <a:lnTo>
                    <a:pt x="448552" y="1413155"/>
                  </a:lnTo>
                  <a:lnTo>
                    <a:pt x="480646" y="1413155"/>
                  </a:lnTo>
                  <a:lnTo>
                    <a:pt x="512740" y="1413155"/>
                  </a:lnTo>
                  <a:lnTo>
                    <a:pt x="544707" y="1413155"/>
                  </a:lnTo>
                  <a:lnTo>
                    <a:pt x="576801" y="1356863"/>
                  </a:lnTo>
                  <a:lnTo>
                    <a:pt x="608768" y="1356863"/>
                  </a:lnTo>
                  <a:lnTo>
                    <a:pt x="640861" y="1356863"/>
                  </a:lnTo>
                  <a:lnTo>
                    <a:pt x="672828" y="1178054"/>
                  </a:lnTo>
                  <a:lnTo>
                    <a:pt x="704922" y="1178054"/>
                  </a:lnTo>
                  <a:lnTo>
                    <a:pt x="737016" y="1104950"/>
                  </a:lnTo>
                  <a:lnTo>
                    <a:pt x="768983" y="1104950"/>
                  </a:lnTo>
                  <a:lnTo>
                    <a:pt x="801077" y="1104950"/>
                  </a:lnTo>
                  <a:lnTo>
                    <a:pt x="833043" y="1104950"/>
                  </a:lnTo>
                  <a:lnTo>
                    <a:pt x="865138" y="1104950"/>
                  </a:lnTo>
                  <a:lnTo>
                    <a:pt x="897104" y="1104950"/>
                  </a:lnTo>
                  <a:lnTo>
                    <a:pt x="929198" y="1002937"/>
                  </a:lnTo>
                  <a:lnTo>
                    <a:pt x="961165" y="1002937"/>
                  </a:lnTo>
                  <a:lnTo>
                    <a:pt x="993259" y="1002937"/>
                  </a:lnTo>
                  <a:lnTo>
                    <a:pt x="1025353" y="918118"/>
                  </a:lnTo>
                  <a:lnTo>
                    <a:pt x="1057319" y="744784"/>
                  </a:lnTo>
                  <a:lnTo>
                    <a:pt x="1089413" y="584569"/>
                  </a:lnTo>
                  <a:lnTo>
                    <a:pt x="1121380" y="584569"/>
                  </a:lnTo>
                  <a:lnTo>
                    <a:pt x="1153474" y="584569"/>
                  </a:lnTo>
                  <a:lnTo>
                    <a:pt x="1185441" y="584569"/>
                  </a:lnTo>
                  <a:lnTo>
                    <a:pt x="1217535" y="584569"/>
                  </a:lnTo>
                  <a:lnTo>
                    <a:pt x="1249629" y="584569"/>
                  </a:lnTo>
                  <a:lnTo>
                    <a:pt x="1281595" y="584569"/>
                  </a:lnTo>
                  <a:lnTo>
                    <a:pt x="1313690" y="584569"/>
                  </a:lnTo>
                  <a:lnTo>
                    <a:pt x="1345656" y="584569"/>
                  </a:lnTo>
                  <a:lnTo>
                    <a:pt x="1377750" y="584569"/>
                  </a:lnTo>
                  <a:lnTo>
                    <a:pt x="1409717" y="584569"/>
                  </a:lnTo>
                  <a:lnTo>
                    <a:pt x="1441811" y="501405"/>
                  </a:lnTo>
                  <a:lnTo>
                    <a:pt x="1473905" y="413529"/>
                  </a:lnTo>
                  <a:lnTo>
                    <a:pt x="1505871" y="413529"/>
                  </a:lnTo>
                  <a:lnTo>
                    <a:pt x="1537965" y="413529"/>
                  </a:lnTo>
                  <a:lnTo>
                    <a:pt x="1569932" y="413529"/>
                  </a:lnTo>
                  <a:lnTo>
                    <a:pt x="1602026" y="413529"/>
                  </a:lnTo>
                  <a:lnTo>
                    <a:pt x="1633993" y="413529"/>
                  </a:lnTo>
                  <a:lnTo>
                    <a:pt x="1666087" y="413529"/>
                  </a:lnTo>
                  <a:lnTo>
                    <a:pt x="1698180" y="413529"/>
                  </a:lnTo>
                  <a:lnTo>
                    <a:pt x="1730147" y="413529"/>
                  </a:lnTo>
                  <a:lnTo>
                    <a:pt x="1762241" y="273054"/>
                  </a:lnTo>
                  <a:lnTo>
                    <a:pt x="1794208" y="273054"/>
                  </a:lnTo>
                  <a:lnTo>
                    <a:pt x="1826302" y="273054"/>
                  </a:lnTo>
                  <a:lnTo>
                    <a:pt x="1858268" y="273054"/>
                  </a:lnTo>
                  <a:lnTo>
                    <a:pt x="1890363" y="273054"/>
                  </a:lnTo>
                  <a:lnTo>
                    <a:pt x="1922457" y="273054"/>
                  </a:lnTo>
                  <a:lnTo>
                    <a:pt x="1954423" y="273054"/>
                  </a:lnTo>
                  <a:lnTo>
                    <a:pt x="1986517" y="153338"/>
                  </a:lnTo>
                  <a:lnTo>
                    <a:pt x="2018484" y="153338"/>
                  </a:lnTo>
                  <a:lnTo>
                    <a:pt x="2050578" y="153338"/>
                  </a:lnTo>
                  <a:lnTo>
                    <a:pt x="2082545" y="153338"/>
                  </a:lnTo>
                  <a:lnTo>
                    <a:pt x="2114639" y="153338"/>
                  </a:lnTo>
                  <a:lnTo>
                    <a:pt x="2146732" y="153338"/>
                  </a:lnTo>
                  <a:lnTo>
                    <a:pt x="2178699" y="153338"/>
                  </a:lnTo>
                  <a:lnTo>
                    <a:pt x="2210793" y="153338"/>
                  </a:lnTo>
                  <a:lnTo>
                    <a:pt x="2242760" y="153338"/>
                  </a:lnTo>
                  <a:lnTo>
                    <a:pt x="2274854" y="0"/>
                  </a:lnTo>
                  <a:lnTo>
                    <a:pt x="2306821" y="0"/>
                  </a:lnTo>
                  <a:lnTo>
                    <a:pt x="2338914" y="0"/>
                  </a:lnTo>
                  <a:lnTo>
                    <a:pt x="2371009" y="0"/>
                  </a:lnTo>
                  <a:lnTo>
                    <a:pt x="2402975" y="0"/>
                  </a:lnTo>
                  <a:lnTo>
                    <a:pt x="2435069" y="0"/>
                  </a:lnTo>
                  <a:lnTo>
                    <a:pt x="2467036" y="0"/>
                  </a:lnTo>
                  <a:lnTo>
                    <a:pt x="2499130" y="0"/>
                  </a:lnTo>
                  <a:lnTo>
                    <a:pt x="2531097" y="0"/>
                  </a:lnTo>
                  <a:lnTo>
                    <a:pt x="2563191" y="0"/>
                  </a:lnTo>
                  <a:lnTo>
                    <a:pt x="2595284" y="0"/>
                  </a:lnTo>
                  <a:lnTo>
                    <a:pt x="2627251" y="0"/>
                  </a:lnTo>
                  <a:lnTo>
                    <a:pt x="2659345" y="0"/>
                  </a:lnTo>
                  <a:lnTo>
                    <a:pt x="2691312" y="0"/>
                  </a:lnTo>
                  <a:lnTo>
                    <a:pt x="2723406" y="0"/>
                  </a:lnTo>
                  <a:lnTo>
                    <a:pt x="2755372" y="0"/>
                  </a:lnTo>
                  <a:lnTo>
                    <a:pt x="2787467" y="0"/>
                  </a:lnTo>
                  <a:lnTo>
                    <a:pt x="2819560" y="0"/>
                  </a:lnTo>
                  <a:lnTo>
                    <a:pt x="2851527" y="0"/>
                  </a:lnTo>
                  <a:lnTo>
                    <a:pt x="2883621" y="0"/>
                  </a:lnTo>
                  <a:lnTo>
                    <a:pt x="2883621" y="1088394"/>
                  </a:lnTo>
                  <a:lnTo>
                    <a:pt x="2851527" y="1088394"/>
                  </a:lnTo>
                  <a:lnTo>
                    <a:pt x="2819560" y="1088394"/>
                  </a:lnTo>
                  <a:lnTo>
                    <a:pt x="2787467" y="1088394"/>
                  </a:lnTo>
                  <a:lnTo>
                    <a:pt x="2755372" y="1088394"/>
                  </a:lnTo>
                  <a:lnTo>
                    <a:pt x="2723406" y="1088394"/>
                  </a:lnTo>
                  <a:lnTo>
                    <a:pt x="2691312" y="1088394"/>
                  </a:lnTo>
                  <a:lnTo>
                    <a:pt x="2659345" y="1088394"/>
                  </a:lnTo>
                  <a:lnTo>
                    <a:pt x="2627251" y="1088394"/>
                  </a:lnTo>
                  <a:lnTo>
                    <a:pt x="2595284" y="1088394"/>
                  </a:lnTo>
                  <a:lnTo>
                    <a:pt x="2563191" y="1088394"/>
                  </a:lnTo>
                  <a:lnTo>
                    <a:pt x="2531097" y="1088394"/>
                  </a:lnTo>
                  <a:lnTo>
                    <a:pt x="2499130" y="1088394"/>
                  </a:lnTo>
                  <a:lnTo>
                    <a:pt x="2467036" y="1088394"/>
                  </a:lnTo>
                  <a:lnTo>
                    <a:pt x="2435069" y="1088394"/>
                  </a:lnTo>
                  <a:lnTo>
                    <a:pt x="2402975" y="1088394"/>
                  </a:lnTo>
                  <a:lnTo>
                    <a:pt x="2371009" y="1088394"/>
                  </a:lnTo>
                  <a:lnTo>
                    <a:pt x="2338914" y="1088394"/>
                  </a:lnTo>
                  <a:lnTo>
                    <a:pt x="2306821" y="1088394"/>
                  </a:lnTo>
                  <a:lnTo>
                    <a:pt x="2274854" y="1088394"/>
                  </a:lnTo>
                  <a:lnTo>
                    <a:pt x="2242760" y="1174742"/>
                  </a:lnTo>
                  <a:lnTo>
                    <a:pt x="2210793" y="1174742"/>
                  </a:lnTo>
                  <a:lnTo>
                    <a:pt x="2178699" y="1174742"/>
                  </a:lnTo>
                  <a:lnTo>
                    <a:pt x="2146732" y="1174742"/>
                  </a:lnTo>
                  <a:lnTo>
                    <a:pt x="2114639" y="1174742"/>
                  </a:lnTo>
                  <a:lnTo>
                    <a:pt x="2082545" y="1174742"/>
                  </a:lnTo>
                  <a:lnTo>
                    <a:pt x="2050578" y="1174742"/>
                  </a:lnTo>
                  <a:lnTo>
                    <a:pt x="2018484" y="1174742"/>
                  </a:lnTo>
                  <a:lnTo>
                    <a:pt x="1986517" y="1174742"/>
                  </a:lnTo>
                  <a:lnTo>
                    <a:pt x="1954423" y="1247845"/>
                  </a:lnTo>
                  <a:lnTo>
                    <a:pt x="1922457" y="1247845"/>
                  </a:lnTo>
                  <a:lnTo>
                    <a:pt x="1890363" y="1247845"/>
                  </a:lnTo>
                  <a:lnTo>
                    <a:pt x="1858268" y="1247845"/>
                  </a:lnTo>
                  <a:lnTo>
                    <a:pt x="1826302" y="1247845"/>
                  </a:lnTo>
                  <a:lnTo>
                    <a:pt x="1794208" y="1247845"/>
                  </a:lnTo>
                  <a:lnTo>
                    <a:pt x="1762241" y="1247845"/>
                  </a:lnTo>
                  <a:lnTo>
                    <a:pt x="1730147" y="1325024"/>
                  </a:lnTo>
                  <a:lnTo>
                    <a:pt x="1698180" y="1325024"/>
                  </a:lnTo>
                  <a:lnTo>
                    <a:pt x="1666087" y="1325024"/>
                  </a:lnTo>
                  <a:lnTo>
                    <a:pt x="1633993" y="1325024"/>
                  </a:lnTo>
                  <a:lnTo>
                    <a:pt x="1602026" y="1325024"/>
                  </a:lnTo>
                  <a:lnTo>
                    <a:pt x="1569932" y="1325024"/>
                  </a:lnTo>
                  <a:lnTo>
                    <a:pt x="1537965" y="1325024"/>
                  </a:lnTo>
                  <a:lnTo>
                    <a:pt x="1505871" y="1325024"/>
                  </a:lnTo>
                  <a:lnTo>
                    <a:pt x="1473905" y="1325024"/>
                  </a:lnTo>
                  <a:lnTo>
                    <a:pt x="1441811" y="1381443"/>
                  </a:lnTo>
                  <a:lnTo>
                    <a:pt x="1409717" y="1434551"/>
                  </a:lnTo>
                  <a:lnTo>
                    <a:pt x="1377750" y="1434551"/>
                  </a:lnTo>
                  <a:lnTo>
                    <a:pt x="1345656" y="1434551"/>
                  </a:lnTo>
                  <a:lnTo>
                    <a:pt x="1313690" y="1434551"/>
                  </a:lnTo>
                  <a:lnTo>
                    <a:pt x="1281595" y="1434551"/>
                  </a:lnTo>
                  <a:lnTo>
                    <a:pt x="1249629" y="1434551"/>
                  </a:lnTo>
                  <a:lnTo>
                    <a:pt x="1217535" y="1434551"/>
                  </a:lnTo>
                  <a:lnTo>
                    <a:pt x="1185441" y="1434551"/>
                  </a:lnTo>
                  <a:lnTo>
                    <a:pt x="1153474" y="1434551"/>
                  </a:lnTo>
                  <a:lnTo>
                    <a:pt x="1121380" y="1434551"/>
                  </a:lnTo>
                  <a:lnTo>
                    <a:pt x="1089413" y="1434551"/>
                  </a:lnTo>
                  <a:lnTo>
                    <a:pt x="1057319" y="1536819"/>
                  </a:lnTo>
                  <a:lnTo>
                    <a:pt x="1025353" y="1636794"/>
                  </a:lnTo>
                  <a:lnTo>
                    <a:pt x="993259" y="1683279"/>
                  </a:lnTo>
                  <a:lnTo>
                    <a:pt x="961165" y="1683279"/>
                  </a:lnTo>
                  <a:lnTo>
                    <a:pt x="929198" y="1683279"/>
                  </a:lnTo>
                  <a:lnTo>
                    <a:pt x="897104" y="1731802"/>
                  </a:lnTo>
                  <a:lnTo>
                    <a:pt x="865138" y="1731802"/>
                  </a:lnTo>
                  <a:lnTo>
                    <a:pt x="833043" y="1731802"/>
                  </a:lnTo>
                  <a:lnTo>
                    <a:pt x="801077" y="1731802"/>
                  </a:lnTo>
                  <a:lnTo>
                    <a:pt x="768983" y="1731802"/>
                  </a:lnTo>
                  <a:lnTo>
                    <a:pt x="737016" y="1731802"/>
                  </a:lnTo>
                  <a:lnTo>
                    <a:pt x="704922" y="1770774"/>
                  </a:lnTo>
                  <a:lnTo>
                    <a:pt x="672828" y="1770774"/>
                  </a:lnTo>
                  <a:lnTo>
                    <a:pt x="640861" y="1849226"/>
                  </a:lnTo>
                  <a:lnTo>
                    <a:pt x="608768" y="1849226"/>
                  </a:lnTo>
                  <a:lnTo>
                    <a:pt x="576801" y="1849226"/>
                  </a:lnTo>
                  <a:lnTo>
                    <a:pt x="544707" y="1878135"/>
                  </a:lnTo>
                  <a:lnTo>
                    <a:pt x="512740" y="1878135"/>
                  </a:lnTo>
                  <a:lnTo>
                    <a:pt x="480646" y="1878135"/>
                  </a:lnTo>
                  <a:lnTo>
                    <a:pt x="448552" y="1878135"/>
                  </a:lnTo>
                  <a:lnTo>
                    <a:pt x="416586" y="1878135"/>
                  </a:lnTo>
                  <a:lnTo>
                    <a:pt x="384491" y="1907300"/>
                  </a:lnTo>
                  <a:lnTo>
                    <a:pt x="352525" y="1931244"/>
                  </a:lnTo>
                  <a:lnTo>
                    <a:pt x="320431" y="1954932"/>
                  </a:lnTo>
                  <a:lnTo>
                    <a:pt x="288464" y="1973144"/>
                  </a:lnTo>
                  <a:lnTo>
                    <a:pt x="256370" y="1973144"/>
                  </a:lnTo>
                  <a:lnTo>
                    <a:pt x="224276" y="1973144"/>
                  </a:lnTo>
                  <a:lnTo>
                    <a:pt x="192309" y="1973144"/>
                  </a:lnTo>
                  <a:lnTo>
                    <a:pt x="160216" y="1973144"/>
                  </a:lnTo>
                  <a:lnTo>
                    <a:pt x="128249" y="1973144"/>
                  </a:lnTo>
                  <a:lnTo>
                    <a:pt x="96155" y="1973144"/>
                  </a:lnTo>
                  <a:lnTo>
                    <a:pt x="64188" y="1980149"/>
                  </a:lnTo>
                  <a:lnTo>
                    <a:pt x="32094" y="1980149"/>
                  </a:lnTo>
                  <a:lnTo>
                    <a:pt x="0" y="1980149"/>
                  </a:lnTo>
                  <a:close/>
                </a:path>
              </a:pathLst>
            </a:custGeom>
            <a:solidFill>
              <a:srgbClr val="00468B">
                <a:alpha val="18000"/>
              </a:srgbClr>
            </a:solidFill>
            <a:ln w="0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Freeform 196">
              <a:extLst>
                <a:ext uri="{FF2B5EF4-FFF2-40B4-BE49-F238E27FC236}">
                  <a16:creationId xmlns:a16="http://schemas.microsoft.com/office/drawing/2014/main" id="{32706F95-84EC-9144-72C2-E3C410C25641}"/>
                </a:ext>
              </a:extLst>
            </p:cNvPr>
            <p:cNvSpPr/>
            <p:nvPr/>
          </p:nvSpPr>
          <p:spPr>
            <a:xfrm>
              <a:off x="4879502" y="3083276"/>
              <a:ext cx="2883621" cy="1980148"/>
            </a:xfrm>
            <a:custGeom>
              <a:avLst/>
              <a:gdLst>
                <a:gd name="csX0" fmla="*/ 0 w 2883621"/>
                <a:gd name="csY0" fmla="*/ 1980149 h 1980148"/>
                <a:gd name="csX1" fmla="*/ 32094 w 2883621"/>
                <a:gd name="csY1" fmla="*/ 1980149 h 1980148"/>
                <a:gd name="csX2" fmla="*/ 64188 w 2883621"/>
                <a:gd name="csY2" fmla="*/ 1980149 h 1980148"/>
                <a:gd name="csX3" fmla="*/ 96155 w 2883621"/>
                <a:gd name="csY3" fmla="*/ 1638577 h 1980148"/>
                <a:gd name="csX4" fmla="*/ 128249 w 2883621"/>
                <a:gd name="csY4" fmla="*/ 1638577 h 1980148"/>
                <a:gd name="csX5" fmla="*/ 160216 w 2883621"/>
                <a:gd name="csY5" fmla="*/ 1638577 h 1980148"/>
                <a:gd name="csX6" fmla="*/ 192309 w 2883621"/>
                <a:gd name="csY6" fmla="*/ 1638577 h 1980148"/>
                <a:gd name="csX7" fmla="*/ 224276 w 2883621"/>
                <a:gd name="csY7" fmla="*/ 1638577 h 1980148"/>
                <a:gd name="csX8" fmla="*/ 256370 w 2883621"/>
                <a:gd name="csY8" fmla="*/ 1638577 h 1980148"/>
                <a:gd name="csX9" fmla="*/ 288464 w 2883621"/>
                <a:gd name="csY9" fmla="*/ 1638577 h 1980148"/>
                <a:gd name="csX10" fmla="*/ 320431 w 2883621"/>
                <a:gd name="csY10" fmla="*/ 1588525 h 1980148"/>
                <a:gd name="csX11" fmla="*/ 352525 w 2883621"/>
                <a:gd name="csY11" fmla="*/ 1525611 h 1980148"/>
                <a:gd name="csX12" fmla="*/ 384491 w 2883621"/>
                <a:gd name="csY12" fmla="*/ 1479253 h 1980148"/>
                <a:gd name="csX13" fmla="*/ 416586 w 2883621"/>
                <a:gd name="csY13" fmla="*/ 1413155 h 1980148"/>
                <a:gd name="csX14" fmla="*/ 448552 w 2883621"/>
                <a:gd name="csY14" fmla="*/ 1413155 h 1980148"/>
                <a:gd name="csX15" fmla="*/ 480646 w 2883621"/>
                <a:gd name="csY15" fmla="*/ 1413155 h 1980148"/>
                <a:gd name="csX16" fmla="*/ 512740 w 2883621"/>
                <a:gd name="csY16" fmla="*/ 1413155 h 1980148"/>
                <a:gd name="csX17" fmla="*/ 544707 w 2883621"/>
                <a:gd name="csY17" fmla="*/ 1413155 h 1980148"/>
                <a:gd name="csX18" fmla="*/ 576801 w 2883621"/>
                <a:gd name="csY18" fmla="*/ 1356863 h 1980148"/>
                <a:gd name="csX19" fmla="*/ 608768 w 2883621"/>
                <a:gd name="csY19" fmla="*/ 1356863 h 1980148"/>
                <a:gd name="csX20" fmla="*/ 640861 w 2883621"/>
                <a:gd name="csY20" fmla="*/ 1356863 h 1980148"/>
                <a:gd name="csX21" fmla="*/ 672828 w 2883621"/>
                <a:gd name="csY21" fmla="*/ 1178054 h 1980148"/>
                <a:gd name="csX22" fmla="*/ 704922 w 2883621"/>
                <a:gd name="csY22" fmla="*/ 1178054 h 1980148"/>
                <a:gd name="csX23" fmla="*/ 737016 w 2883621"/>
                <a:gd name="csY23" fmla="*/ 1104950 h 1980148"/>
                <a:gd name="csX24" fmla="*/ 768983 w 2883621"/>
                <a:gd name="csY24" fmla="*/ 1104950 h 1980148"/>
                <a:gd name="csX25" fmla="*/ 801077 w 2883621"/>
                <a:gd name="csY25" fmla="*/ 1104950 h 1980148"/>
                <a:gd name="csX26" fmla="*/ 833043 w 2883621"/>
                <a:gd name="csY26" fmla="*/ 1104950 h 1980148"/>
                <a:gd name="csX27" fmla="*/ 865138 w 2883621"/>
                <a:gd name="csY27" fmla="*/ 1104950 h 1980148"/>
                <a:gd name="csX28" fmla="*/ 897104 w 2883621"/>
                <a:gd name="csY28" fmla="*/ 1104950 h 1980148"/>
                <a:gd name="csX29" fmla="*/ 929198 w 2883621"/>
                <a:gd name="csY29" fmla="*/ 1002937 h 1980148"/>
                <a:gd name="csX30" fmla="*/ 961165 w 2883621"/>
                <a:gd name="csY30" fmla="*/ 1002937 h 1980148"/>
                <a:gd name="csX31" fmla="*/ 993259 w 2883621"/>
                <a:gd name="csY31" fmla="*/ 1002937 h 1980148"/>
                <a:gd name="csX32" fmla="*/ 1025353 w 2883621"/>
                <a:gd name="csY32" fmla="*/ 918118 h 1980148"/>
                <a:gd name="csX33" fmla="*/ 1057319 w 2883621"/>
                <a:gd name="csY33" fmla="*/ 744784 h 1980148"/>
                <a:gd name="csX34" fmla="*/ 1089413 w 2883621"/>
                <a:gd name="csY34" fmla="*/ 584569 h 1980148"/>
                <a:gd name="csX35" fmla="*/ 1121380 w 2883621"/>
                <a:gd name="csY35" fmla="*/ 584569 h 1980148"/>
                <a:gd name="csX36" fmla="*/ 1153474 w 2883621"/>
                <a:gd name="csY36" fmla="*/ 584569 h 1980148"/>
                <a:gd name="csX37" fmla="*/ 1185441 w 2883621"/>
                <a:gd name="csY37" fmla="*/ 584569 h 1980148"/>
                <a:gd name="csX38" fmla="*/ 1217535 w 2883621"/>
                <a:gd name="csY38" fmla="*/ 584569 h 1980148"/>
                <a:gd name="csX39" fmla="*/ 1249629 w 2883621"/>
                <a:gd name="csY39" fmla="*/ 584569 h 1980148"/>
                <a:gd name="csX40" fmla="*/ 1281595 w 2883621"/>
                <a:gd name="csY40" fmla="*/ 584569 h 1980148"/>
                <a:gd name="csX41" fmla="*/ 1313690 w 2883621"/>
                <a:gd name="csY41" fmla="*/ 584569 h 1980148"/>
                <a:gd name="csX42" fmla="*/ 1345656 w 2883621"/>
                <a:gd name="csY42" fmla="*/ 584569 h 1980148"/>
                <a:gd name="csX43" fmla="*/ 1377750 w 2883621"/>
                <a:gd name="csY43" fmla="*/ 584569 h 1980148"/>
                <a:gd name="csX44" fmla="*/ 1409717 w 2883621"/>
                <a:gd name="csY44" fmla="*/ 584569 h 1980148"/>
                <a:gd name="csX45" fmla="*/ 1441811 w 2883621"/>
                <a:gd name="csY45" fmla="*/ 501405 h 1980148"/>
                <a:gd name="csX46" fmla="*/ 1473905 w 2883621"/>
                <a:gd name="csY46" fmla="*/ 413529 h 1980148"/>
                <a:gd name="csX47" fmla="*/ 1505871 w 2883621"/>
                <a:gd name="csY47" fmla="*/ 413529 h 1980148"/>
                <a:gd name="csX48" fmla="*/ 1537965 w 2883621"/>
                <a:gd name="csY48" fmla="*/ 413529 h 1980148"/>
                <a:gd name="csX49" fmla="*/ 1569932 w 2883621"/>
                <a:gd name="csY49" fmla="*/ 413529 h 1980148"/>
                <a:gd name="csX50" fmla="*/ 1602026 w 2883621"/>
                <a:gd name="csY50" fmla="*/ 413529 h 1980148"/>
                <a:gd name="csX51" fmla="*/ 1633993 w 2883621"/>
                <a:gd name="csY51" fmla="*/ 413529 h 1980148"/>
                <a:gd name="csX52" fmla="*/ 1666087 w 2883621"/>
                <a:gd name="csY52" fmla="*/ 413529 h 1980148"/>
                <a:gd name="csX53" fmla="*/ 1698180 w 2883621"/>
                <a:gd name="csY53" fmla="*/ 413529 h 1980148"/>
                <a:gd name="csX54" fmla="*/ 1730147 w 2883621"/>
                <a:gd name="csY54" fmla="*/ 413529 h 1980148"/>
                <a:gd name="csX55" fmla="*/ 1762241 w 2883621"/>
                <a:gd name="csY55" fmla="*/ 273054 h 1980148"/>
                <a:gd name="csX56" fmla="*/ 1794208 w 2883621"/>
                <a:gd name="csY56" fmla="*/ 273054 h 1980148"/>
                <a:gd name="csX57" fmla="*/ 1826302 w 2883621"/>
                <a:gd name="csY57" fmla="*/ 273054 h 1980148"/>
                <a:gd name="csX58" fmla="*/ 1858268 w 2883621"/>
                <a:gd name="csY58" fmla="*/ 273054 h 1980148"/>
                <a:gd name="csX59" fmla="*/ 1890363 w 2883621"/>
                <a:gd name="csY59" fmla="*/ 273054 h 1980148"/>
                <a:gd name="csX60" fmla="*/ 1922457 w 2883621"/>
                <a:gd name="csY60" fmla="*/ 273054 h 1980148"/>
                <a:gd name="csX61" fmla="*/ 1954423 w 2883621"/>
                <a:gd name="csY61" fmla="*/ 273054 h 1980148"/>
                <a:gd name="csX62" fmla="*/ 1986517 w 2883621"/>
                <a:gd name="csY62" fmla="*/ 153338 h 1980148"/>
                <a:gd name="csX63" fmla="*/ 2018484 w 2883621"/>
                <a:gd name="csY63" fmla="*/ 153338 h 1980148"/>
                <a:gd name="csX64" fmla="*/ 2050578 w 2883621"/>
                <a:gd name="csY64" fmla="*/ 153338 h 1980148"/>
                <a:gd name="csX65" fmla="*/ 2082545 w 2883621"/>
                <a:gd name="csY65" fmla="*/ 153338 h 1980148"/>
                <a:gd name="csX66" fmla="*/ 2114639 w 2883621"/>
                <a:gd name="csY66" fmla="*/ 153338 h 1980148"/>
                <a:gd name="csX67" fmla="*/ 2146732 w 2883621"/>
                <a:gd name="csY67" fmla="*/ 153338 h 1980148"/>
                <a:gd name="csX68" fmla="*/ 2178699 w 2883621"/>
                <a:gd name="csY68" fmla="*/ 153338 h 1980148"/>
                <a:gd name="csX69" fmla="*/ 2210793 w 2883621"/>
                <a:gd name="csY69" fmla="*/ 153338 h 1980148"/>
                <a:gd name="csX70" fmla="*/ 2242760 w 2883621"/>
                <a:gd name="csY70" fmla="*/ 153338 h 1980148"/>
                <a:gd name="csX71" fmla="*/ 2274854 w 2883621"/>
                <a:gd name="csY71" fmla="*/ 0 h 1980148"/>
                <a:gd name="csX72" fmla="*/ 2306821 w 2883621"/>
                <a:gd name="csY72" fmla="*/ 0 h 1980148"/>
                <a:gd name="csX73" fmla="*/ 2338914 w 2883621"/>
                <a:gd name="csY73" fmla="*/ 0 h 1980148"/>
                <a:gd name="csX74" fmla="*/ 2371009 w 2883621"/>
                <a:gd name="csY74" fmla="*/ 0 h 1980148"/>
                <a:gd name="csX75" fmla="*/ 2402975 w 2883621"/>
                <a:gd name="csY75" fmla="*/ 0 h 1980148"/>
                <a:gd name="csX76" fmla="*/ 2435069 w 2883621"/>
                <a:gd name="csY76" fmla="*/ 0 h 1980148"/>
                <a:gd name="csX77" fmla="*/ 2467036 w 2883621"/>
                <a:gd name="csY77" fmla="*/ 0 h 1980148"/>
                <a:gd name="csX78" fmla="*/ 2499130 w 2883621"/>
                <a:gd name="csY78" fmla="*/ 0 h 1980148"/>
                <a:gd name="csX79" fmla="*/ 2531097 w 2883621"/>
                <a:gd name="csY79" fmla="*/ 0 h 1980148"/>
                <a:gd name="csX80" fmla="*/ 2563191 w 2883621"/>
                <a:gd name="csY80" fmla="*/ 0 h 1980148"/>
                <a:gd name="csX81" fmla="*/ 2595284 w 2883621"/>
                <a:gd name="csY81" fmla="*/ 0 h 1980148"/>
                <a:gd name="csX82" fmla="*/ 2627251 w 2883621"/>
                <a:gd name="csY82" fmla="*/ 0 h 1980148"/>
                <a:gd name="csX83" fmla="*/ 2659345 w 2883621"/>
                <a:gd name="csY83" fmla="*/ 0 h 1980148"/>
                <a:gd name="csX84" fmla="*/ 2691312 w 2883621"/>
                <a:gd name="csY84" fmla="*/ 0 h 1980148"/>
                <a:gd name="csX85" fmla="*/ 2723406 w 2883621"/>
                <a:gd name="csY85" fmla="*/ 0 h 1980148"/>
                <a:gd name="csX86" fmla="*/ 2755372 w 2883621"/>
                <a:gd name="csY86" fmla="*/ 0 h 1980148"/>
                <a:gd name="csX87" fmla="*/ 2787467 w 2883621"/>
                <a:gd name="csY87" fmla="*/ 0 h 1980148"/>
                <a:gd name="csX88" fmla="*/ 2819560 w 2883621"/>
                <a:gd name="csY88" fmla="*/ 0 h 1980148"/>
                <a:gd name="csX89" fmla="*/ 2851527 w 2883621"/>
                <a:gd name="csY89" fmla="*/ 0 h 1980148"/>
                <a:gd name="csX90" fmla="*/ 2883621 w 2883621"/>
                <a:gd name="csY90" fmla="*/ 0 h 19801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</a:cxnLst>
              <a:rect l="l" t="t" r="r" b="b"/>
              <a:pathLst>
                <a:path w="2883621" h="1980148">
                  <a:moveTo>
                    <a:pt x="0" y="1980149"/>
                  </a:moveTo>
                  <a:lnTo>
                    <a:pt x="32094" y="1980149"/>
                  </a:lnTo>
                  <a:lnTo>
                    <a:pt x="64188" y="1980149"/>
                  </a:lnTo>
                  <a:lnTo>
                    <a:pt x="96155" y="1638577"/>
                  </a:lnTo>
                  <a:lnTo>
                    <a:pt x="128249" y="1638577"/>
                  </a:lnTo>
                  <a:lnTo>
                    <a:pt x="160216" y="1638577"/>
                  </a:lnTo>
                  <a:lnTo>
                    <a:pt x="192309" y="1638577"/>
                  </a:lnTo>
                  <a:lnTo>
                    <a:pt x="224276" y="1638577"/>
                  </a:lnTo>
                  <a:lnTo>
                    <a:pt x="256370" y="1638577"/>
                  </a:lnTo>
                  <a:lnTo>
                    <a:pt x="288464" y="1638577"/>
                  </a:lnTo>
                  <a:lnTo>
                    <a:pt x="320431" y="1588525"/>
                  </a:lnTo>
                  <a:lnTo>
                    <a:pt x="352525" y="1525611"/>
                  </a:lnTo>
                  <a:lnTo>
                    <a:pt x="384491" y="1479253"/>
                  </a:lnTo>
                  <a:lnTo>
                    <a:pt x="416586" y="1413155"/>
                  </a:lnTo>
                  <a:lnTo>
                    <a:pt x="448552" y="1413155"/>
                  </a:lnTo>
                  <a:lnTo>
                    <a:pt x="480646" y="1413155"/>
                  </a:lnTo>
                  <a:lnTo>
                    <a:pt x="512740" y="1413155"/>
                  </a:lnTo>
                  <a:lnTo>
                    <a:pt x="544707" y="1413155"/>
                  </a:lnTo>
                  <a:lnTo>
                    <a:pt x="576801" y="1356863"/>
                  </a:lnTo>
                  <a:lnTo>
                    <a:pt x="608768" y="1356863"/>
                  </a:lnTo>
                  <a:lnTo>
                    <a:pt x="640861" y="1356863"/>
                  </a:lnTo>
                  <a:lnTo>
                    <a:pt x="672828" y="1178054"/>
                  </a:lnTo>
                  <a:lnTo>
                    <a:pt x="704922" y="1178054"/>
                  </a:lnTo>
                  <a:lnTo>
                    <a:pt x="737016" y="1104950"/>
                  </a:lnTo>
                  <a:lnTo>
                    <a:pt x="768983" y="1104950"/>
                  </a:lnTo>
                  <a:lnTo>
                    <a:pt x="801077" y="1104950"/>
                  </a:lnTo>
                  <a:lnTo>
                    <a:pt x="833043" y="1104950"/>
                  </a:lnTo>
                  <a:lnTo>
                    <a:pt x="865138" y="1104950"/>
                  </a:lnTo>
                  <a:lnTo>
                    <a:pt x="897104" y="1104950"/>
                  </a:lnTo>
                  <a:lnTo>
                    <a:pt x="929198" y="1002937"/>
                  </a:lnTo>
                  <a:lnTo>
                    <a:pt x="961165" y="1002937"/>
                  </a:lnTo>
                  <a:lnTo>
                    <a:pt x="993259" y="1002937"/>
                  </a:lnTo>
                  <a:lnTo>
                    <a:pt x="1025353" y="918118"/>
                  </a:lnTo>
                  <a:lnTo>
                    <a:pt x="1057319" y="744784"/>
                  </a:lnTo>
                  <a:lnTo>
                    <a:pt x="1089413" y="584569"/>
                  </a:lnTo>
                  <a:lnTo>
                    <a:pt x="1121380" y="584569"/>
                  </a:lnTo>
                  <a:lnTo>
                    <a:pt x="1153474" y="584569"/>
                  </a:lnTo>
                  <a:lnTo>
                    <a:pt x="1185441" y="584569"/>
                  </a:lnTo>
                  <a:lnTo>
                    <a:pt x="1217535" y="584569"/>
                  </a:lnTo>
                  <a:lnTo>
                    <a:pt x="1249629" y="584569"/>
                  </a:lnTo>
                  <a:lnTo>
                    <a:pt x="1281595" y="584569"/>
                  </a:lnTo>
                  <a:lnTo>
                    <a:pt x="1313690" y="584569"/>
                  </a:lnTo>
                  <a:lnTo>
                    <a:pt x="1345656" y="584569"/>
                  </a:lnTo>
                  <a:lnTo>
                    <a:pt x="1377750" y="584569"/>
                  </a:lnTo>
                  <a:lnTo>
                    <a:pt x="1409717" y="584569"/>
                  </a:lnTo>
                  <a:lnTo>
                    <a:pt x="1441811" y="501405"/>
                  </a:lnTo>
                  <a:lnTo>
                    <a:pt x="1473905" y="413529"/>
                  </a:lnTo>
                  <a:lnTo>
                    <a:pt x="1505871" y="413529"/>
                  </a:lnTo>
                  <a:lnTo>
                    <a:pt x="1537965" y="413529"/>
                  </a:lnTo>
                  <a:lnTo>
                    <a:pt x="1569932" y="413529"/>
                  </a:lnTo>
                  <a:lnTo>
                    <a:pt x="1602026" y="413529"/>
                  </a:lnTo>
                  <a:lnTo>
                    <a:pt x="1633993" y="413529"/>
                  </a:lnTo>
                  <a:lnTo>
                    <a:pt x="1666087" y="413529"/>
                  </a:lnTo>
                  <a:lnTo>
                    <a:pt x="1698180" y="413529"/>
                  </a:lnTo>
                  <a:lnTo>
                    <a:pt x="1730147" y="413529"/>
                  </a:lnTo>
                  <a:lnTo>
                    <a:pt x="1762241" y="273054"/>
                  </a:lnTo>
                  <a:lnTo>
                    <a:pt x="1794208" y="273054"/>
                  </a:lnTo>
                  <a:lnTo>
                    <a:pt x="1826302" y="273054"/>
                  </a:lnTo>
                  <a:lnTo>
                    <a:pt x="1858268" y="273054"/>
                  </a:lnTo>
                  <a:lnTo>
                    <a:pt x="1890363" y="273054"/>
                  </a:lnTo>
                  <a:lnTo>
                    <a:pt x="1922457" y="273054"/>
                  </a:lnTo>
                  <a:lnTo>
                    <a:pt x="1954423" y="273054"/>
                  </a:lnTo>
                  <a:lnTo>
                    <a:pt x="1986517" y="153338"/>
                  </a:lnTo>
                  <a:lnTo>
                    <a:pt x="2018484" y="153338"/>
                  </a:lnTo>
                  <a:lnTo>
                    <a:pt x="2050578" y="153338"/>
                  </a:lnTo>
                  <a:lnTo>
                    <a:pt x="2082545" y="153338"/>
                  </a:lnTo>
                  <a:lnTo>
                    <a:pt x="2114639" y="153338"/>
                  </a:lnTo>
                  <a:lnTo>
                    <a:pt x="2146732" y="153338"/>
                  </a:lnTo>
                  <a:lnTo>
                    <a:pt x="2178699" y="153338"/>
                  </a:lnTo>
                  <a:lnTo>
                    <a:pt x="2210793" y="153338"/>
                  </a:lnTo>
                  <a:lnTo>
                    <a:pt x="2242760" y="153338"/>
                  </a:lnTo>
                  <a:lnTo>
                    <a:pt x="2274854" y="0"/>
                  </a:lnTo>
                  <a:lnTo>
                    <a:pt x="2306821" y="0"/>
                  </a:lnTo>
                  <a:lnTo>
                    <a:pt x="2338914" y="0"/>
                  </a:lnTo>
                  <a:lnTo>
                    <a:pt x="2371009" y="0"/>
                  </a:lnTo>
                  <a:lnTo>
                    <a:pt x="2402975" y="0"/>
                  </a:lnTo>
                  <a:lnTo>
                    <a:pt x="2435069" y="0"/>
                  </a:lnTo>
                  <a:lnTo>
                    <a:pt x="2467036" y="0"/>
                  </a:lnTo>
                  <a:lnTo>
                    <a:pt x="2499130" y="0"/>
                  </a:lnTo>
                  <a:lnTo>
                    <a:pt x="2531097" y="0"/>
                  </a:lnTo>
                  <a:lnTo>
                    <a:pt x="2563191" y="0"/>
                  </a:lnTo>
                  <a:lnTo>
                    <a:pt x="2595284" y="0"/>
                  </a:lnTo>
                  <a:lnTo>
                    <a:pt x="2627251" y="0"/>
                  </a:lnTo>
                  <a:lnTo>
                    <a:pt x="2659345" y="0"/>
                  </a:lnTo>
                  <a:lnTo>
                    <a:pt x="2691312" y="0"/>
                  </a:lnTo>
                  <a:lnTo>
                    <a:pt x="2723406" y="0"/>
                  </a:lnTo>
                  <a:lnTo>
                    <a:pt x="2755372" y="0"/>
                  </a:lnTo>
                  <a:lnTo>
                    <a:pt x="2787467" y="0"/>
                  </a:lnTo>
                  <a:lnTo>
                    <a:pt x="2819560" y="0"/>
                  </a:lnTo>
                  <a:lnTo>
                    <a:pt x="2851527" y="0"/>
                  </a:lnTo>
                  <a:lnTo>
                    <a:pt x="2883621" y="0"/>
                  </a:lnTo>
                </a:path>
              </a:pathLst>
            </a:custGeom>
            <a:noFill/>
            <a:ln w="14770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8" name="Freeform 197">
              <a:extLst>
                <a:ext uri="{FF2B5EF4-FFF2-40B4-BE49-F238E27FC236}">
                  <a16:creationId xmlns:a16="http://schemas.microsoft.com/office/drawing/2014/main" id="{DA110547-393A-E95D-AAC5-AE25C1CB1D6B}"/>
                </a:ext>
              </a:extLst>
            </p:cNvPr>
            <p:cNvSpPr/>
            <p:nvPr/>
          </p:nvSpPr>
          <p:spPr>
            <a:xfrm>
              <a:off x="4879502" y="4171670"/>
              <a:ext cx="2883621" cy="891754"/>
            </a:xfrm>
            <a:custGeom>
              <a:avLst/>
              <a:gdLst>
                <a:gd name="csX0" fmla="*/ 2883621 w 2883621"/>
                <a:gd name="csY0" fmla="*/ 0 h 891754"/>
                <a:gd name="csX1" fmla="*/ 2851527 w 2883621"/>
                <a:gd name="csY1" fmla="*/ 0 h 891754"/>
                <a:gd name="csX2" fmla="*/ 2819560 w 2883621"/>
                <a:gd name="csY2" fmla="*/ 0 h 891754"/>
                <a:gd name="csX3" fmla="*/ 2787467 w 2883621"/>
                <a:gd name="csY3" fmla="*/ 0 h 891754"/>
                <a:gd name="csX4" fmla="*/ 2755372 w 2883621"/>
                <a:gd name="csY4" fmla="*/ 0 h 891754"/>
                <a:gd name="csX5" fmla="*/ 2723406 w 2883621"/>
                <a:gd name="csY5" fmla="*/ 0 h 891754"/>
                <a:gd name="csX6" fmla="*/ 2691312 w 2883621"/>
                <a:gd name="csY6" fmla="*/ 0 h 891754"/>
                <a:gd name="csX7" fmla="*/ 2659345 w 2883621"/>
                <a:gd name="csY7" fmla="*/ 0 h 891754"/>
                <a:gd name="csX8" fmla="*/ 2627251 w 2883621"/>
                <a:gd name="csY8" fmla="*/ 0 h 891754"/>
                <a:gd name="csX9" fmla="*/ 2595284 w 2883621"/>
                <a:gd name="csY9" fmla="*/ 0 h 891754"/>
                <a:gd name="csX10" fmla="*/ 2563191 w 2883621"/>
                <a:gd name="csY10" fmla="*/ 0 h 891754"/>
                <a:gd name="csX11" fmla="*/ 2531097 w 2883621"/>
                <a:gd name="csY11" fmla="*/ 0 h 891754"/>
                <a:gd name="csX12" fmla="*/ 2499130 w 2883621"/>
                <a:gd name="csY12" fmla="*/ 0 h 891754"/>
                <a:gd name="csX13" fmla="*/ 2467036 w 2883621"/>
                <a:gd name="csY13" fmla="*/ 0 h 891754"/>
                <a:gd name="csX14" fmla="*/ 2435069 w 2883621"/>
                <a:gd name="csY14" fmla="*/ 0 h 891754"/>
                <a:gd name="csX15" fmla="*/ 2402975 w 2883621"/>
                <a:gd name="csY15" fmla="*/ 0 h 891754"/>
                <a:gd name="csX16" fmla="*/ 2371009 w 2883621"/>
                <a:gd name="csY16" fmla="*/ 0 h 891754"/>
                <a:gd name="csX17" fmla="*/ 2338914 w 2883621"/>
                <a:gd name="csY17" fmla="*/ 0 h 891754"/>
                <a:gd name="csX18" fmla="*/ 2306821 w 2883621"/>
                <a:gd name="csY18" fmla="*/ 0 h 891754"/>
                <a:gd name="csX19" fmla="*/ 2274854 w 2883621"/>
                <a:gd name="csY19" fmla="*/ 0 h 891754"/>
                <a:gd name="csX20" fmla="*/ 2242760 w 2883621"/>
                <a:gd name="csY20" fmla="*/ 86348 h 891754"/>
                <a:gd name="csX21" fmla="*/ 2210793 w 2883621"/>
                <a:gd name="csY21" fmla="*/ 86348 h 891754"/>
                <a:gd name="csX22" fmla="*/ 2178699 w 2883621"/>
                <a:gd name="csY22" fmla="*/ 86348 h 891754"/>
                <a:gd name="csX23" fmla="*/ 2146732 w 2883621"/>
                <a:gd name="csY23" fmla="*/ 86348 h 891754"/>
                <a:gd name="csX24" fmla="*/ 2114639 w 2883621"/>
                <a:gd name="csY24" fmla="*/ 86348 h 891754"/>
                <a:gd name="csX25" fmla="*/ 2082545 w 2883621"/>
                <a:gd name="csY25" fmla="*/ 86348 h 891754"/>
                <a:gd name="csX26" fmla="*/ 2050578 w 2883621"/>
                <a:gd name="csY26" fmla="*/ 86348 h 891754"/>
                <a:gd name="csX27" fmla="*/ 2018484 w 2883621"/>
                <a:gd name="csY27" fmla="*/ 86348 h 891754"/>
                <a:gd name="csX28" fmla="*/ 1986517 w 2883621"/>
                <a:gd name="csY28" fmla="*/ 86348 h 891754"/>
                <a:gd name="csX29" fmla="*/ 1954423 w 2883621"/>
                <a:gd name="csY29" fmla="*/ 159451 h 891754"/>
                <a:gd name="csX30" fmla="*/ 1922457 w 2883621"/>
                <a:gd name="csY30" fmla="*/ 159451 h 891754"/>
                <a:gd name="csX31" fmla="*/ 1890363 w 2883621"/>
                <a:gd name="csY31" fmla="*/ 159451 h 891754"/>
                <a:gd name="csX32" fmla="*/ 1858268 w 2883621"/>
                <a:gd name="csY32" fmla="*/ 159451 h 891754"/>
                <a:gd name="csX33" fmla="*/ 1826302 w 2883621"/>
                <a:gd name="csY33" fmla="*/ 159451 h 891754"/>
                <a:gd name="csX34" fmla="*/ 1794208 w 2883621"/>
                <a:gd name="csY34" fmla="*/ 159451 h 891754"/>
                <a:gd name="csX35" fmla="*/ 1762241 w 2883621"/>
                <a:gd name="csY35" fmla="*/ 159451 h 891754"/>
                <a:gd name="csX36" fmla="*/ 1730147 w 2883621"/>
                <a:gd name="csY36" fmla="*/ 236629 h 891754"/>
                <a:gd name="csX37" fmla="*/ 1698180 w 2883621"/>
                <a:gd name="csY37" fmla="*/ 236629 h 891754"/>
                <a:gd name="csX38" fmla="*/ 1666087 w 2883621"/>
                <a:gd name="csY38" fmla="*/ 236629 h 891754"/>
                <a:gd name="csX39" fmla="*/ 1633993 w 2883621"/>
                <a:gd name="csY39" fmla="*/ 236629 h 891754"/>
                <a:gd name="csX40" fmla="*/ 1602026 w 2883621"/>
                <a:gd name="csY40" fmla="*/ 236629 h 891754"/>
                <a:gd name="csX41" fmla="*/ 1569932 w 2883621"/>
                <a:gd name="csY41" fmla="*/ 236629 h 891754"/>
                <a:gd name="csX42" fmla="*/ 1537965 w 2883621"/>
                <a:gd name="csY42" fmla="*/ 236629 h 891754"/>
                <a:gd name="csX43" fmla="*/ 1505871 w 2883621"/>
                <a:gd name="csY43" fmla="*/ 236629 h 891754"/>
                <a:gd name="csX44" fmla="*/ 1473905 w 2883621"/>
                <a:gd name="csY44" fmla="*/ 236629 h 891754"/>
                <a:gd name="csX45" fmla="*/ 1441811 w 2883621"/>
                <a:gd name="csY45" fmla="*/ 293049 h 891754"/>
                <a:gd name="csX46" fmla="*/ 1409717 w 2883621"/>
                <a:gd name="csY46" fmla="*/ 346157 h 891754"/>
                <a:gd name="csX47" fmla="*/ 1377750 w 2883621"/>
                <a:gd name="csY47" fmla="*/ 346157 h 891754"/>
                <a:gd name="csX48" fmla="*/ 1345656 w 2883621"/>
                <a:gd name="csY48" fmla="*/ 346157 h 891754"/>
                <a:gd name="csX49" fmla="*/ 1313690 w 2883621"/>
                <a:gd name="csY49" fmla="*/ 346157 h 891754"/>
                <a:gd name="csX50" fmla="*/ 1281595 w 2883621"/>
                <a:gd name="csY50" fmla="*/ 346157 h 891754"/>
                <a:gd name="csX51" fmla="*/ 1249629 w 2883621"/>
                <a:gd name="csY51" fmla="*/ 346157 h 891754"/>
                <a:gd name="csX52" fmla="*/ 1217535 w 2883621"/>
                <a:gd name="csY52" fmla="*/ 346157 h 891754"/>
                <a:gd name="csX53" fmla="*/ 1185441 w 2883621"/>
                <a:gd name="csY53" fmla="*/ 346157 h 891754"/>
                <a:gd name="csX54" fmla="*/ 1153474 w 2883621"/>
                <a:gd name="csY54" fmla="*/ 346157 h 891754"/>
                <a:gd name="csX55" fmla="*/ 1121380 w 2883621"/>
                <a:gd name="csY55" fmla="*/ 346157 h 891754"/>
                <a:gd name="csX56" fmla="*/ 1089413 w 2883621"/>
                <a:gd name="csY56" fmla="*/ 346157 h 891754"/>
                <a:gd name="csX57" fmla="*/ 1057319 w 2883621"/>
                <a:gd name="csY57" fmla="*/ 448424 h 891754"/>
                <a:gd name="csX58" fmla="*/ 1025353 w 2883621"/>
                <a:gd name="csY58" fmla="*/ 548400 h 891754"/>
                <a:gd name="csX59" fmla="*/ 993259 w 2883621"/>
                <a:gd name="csY59" fmla="*/ 594885 h 891754"/>
                <a:gd name="csX60" fmla="*/ 961165 w 2883621"/>
                <a:gd name="csY60" fmla="*/ 594885 h 891754"/>
                <a:gd name="csX61" fmla="*/ 929198 w 2883621"/>
                <a:gd name="csY61" fmla="*/ 594885 h 891754"/>
                <a:gd name="csX62" fmla="*/ 897104 w 2883621"/>
                <a:gd name="csY62" fmla="*/ 643408 h 891754"/>
                <a:gd name="csX63" fmla="*/ 865138 w 2883621"/>
                <a:gd name="csY63" fmla="*/ 643408 h 891754"/>
                <a:gd name="csX64" fmla="*/ 833043 w 2883621"/>
                <a:gd name="csY64" fmla="*/ 643408 h 891754"/>
                <a:gd name="csX65" fmla="*/ 801077 w 2883621"/>
                <a:gd name="csY65" fmla="*/ 643408 h 891754"/>
                <a:gd name="csX66" fmla="*/ 768983 w 2883621"/>
                <a:gd name="csY66" fmla="*/ 643408 h 891754"/>
                <a:gd name="csX67" fmla="*/ 737016 w 2883621"/>
                <a:gd name="csY67" fmla="*/ 643408 h 891754"/>
                <a:gd name="csX68" fmla="*/ 704922 w 2883621"/>
                <a:gd name="csY68" fmla="*/ 682379 h 891754"/>
                <a:gd name="csX69" fmla="*/ 672828 w 2883621"/>
                <a:gd name="csY69" fmla="*/ 682379 h 891754"/>
                <a:gd name="csX70" fmla="*/ 640861 w 2883621"/>
                <a:gd name="csY70" fmla="*/ 760831 h 891754"/>
                <a:gd name="csX71" fmla="*/ 608768 w 2883621"/>
                <a:gd name="csY71" fmla="*/ 760831 h 891754"/>
                <a:gd name="csX72" fmla="*/ 576801 w 2883621"/>
                <a:gd name="csY72" fmla="*/ 760831 h 891754"/>
                <a:gd name="csX73" fmla="*/ 544707 w 2883621"/>
                <a:gd name="csY73" fmla="*/ 789741 h 891754"/>
                <a:gd name="csX74" fmla="*/ 512740 w 2883621"/>
                <a:gd name="csY74" fmla="*/ 789741 h 891754"/>
                <a:gd name="csX75" fmla="*/ 480646 w 2883621"/>
                <a:gd name="csY75" fmla="*/ 789741 h 891754"/>
                <a:gd name="csX76" fmla="*/ 448552 w 2883621"/>
                <a:gd name="csY76" fmla="*/ 789741 h 891754"/>
                <a:gd name="csX77" fmla="*/ 416586 w 2883621"/>
                <a:gd name="csY77" fmla="*/ 789741 h 891754"/>
                <a:gd name="csX78" fmla="*/ 384491 w 2883621"/>
                <a:gd name="csY78" fmla="*/ 818906 h 891754"/>
                <a:gd name="csX79" fmla="*/ 352525 w 2883621"/>
                <a:gd name="csY79" fmla="*/ 842849 h 891754"/>
                <a:gd name="csX80" fmla="*/ 320431 w 2883621"/>
                <a:gd name="csY80" fmla="*/ 866538 h 891754"/>
                <a:gd name="csX81" fmla="*/ 288464 w 2883621"/>
                <a:gd name="csY81" fmla="*/ 884750 h 891754"/>
                <a:gd name="csX82" fmla="*/ 256370 w 2883621"/>
                <a:gd name="csY82" fmla="*/ 884750 h 891754"/>
                <a:gd name="csX83" fmla="*/ 224276 w 2883621"/>
                <a:gd name="csY83" fmla="*/ 884750 h 891754"/>
                <a:gd name="csX84" fmla="*/ 192309 w 2883621"/>
                <a:gd name="csY84" fmla="*/ 884750 h 891754"/>
                <a:gd name="csX85" fmla="*/ 160216 w 2883621"/>
                <a:gd name="csY85" fmla="*/ 884750 h 891754"/>
                <a:gd name="csX86" fmla="*/ 128249 w 2883621"/>
                <a:gd name="csY86" fmla="*/ 884750 h 891754"/>
                <a:gd name="csX87" fmla="*/ 96155 w 2883621"/>
                <a:gd name="csY87" fmla="*/ 884750 h 891754"/>
                <a:gd name="csX88" fmla="*/ 64188 w 2883621"/>
                <a:gd name="csY88" fmla="*/ 891755 h 891754"/>
                <a:gd name="csX89" fmla="*/ 32094 w 2883621"/>
                <a:gd name="csY89" fmla="*/ 891755 h 891754"/>
                <a:gd name="csX90" fmla="*/ 0 w 2883621"/>
                <a:gd name="csY90" fmla="*/ 891755 h 8917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</a:cxnLst>
              <a:rect l="l" t="t" r="r" b="b"/>
              <a:pathLst>
                <a:path w="2883621" h="891754">
                  <a:moveTo>
                    <a:pt x="2883621" y="0"/>
                  </a:moveTo>
                  <a:lnTo>
                    <a:pt x="2851527" y="0"/>
                  </a:lnTo>
                  <a:lnTo>
                    <a:pt x="2819560" y="0"/>
                  </a:lnTo>
                  <a:lnTo>
                    <a:pt x="2787467" y="0"/>
                  </a:lnTo>
                  <a:lnTo>
                    <a:pt x="2755372" y="0"/>
                  </a:lnTo>
                  <a:lnTo>
                    <a:pt x="2723406" y="0"/>
                  </a:lnTo>
                  <a:lnTo>
                    <a:pt x="2691312" y="0"/>
                  </a:lnTo>
                  <a:lnTo>
                    <a:pt x="2659345" y="0"/>
                  </a:lnTo>
                  <a:lnTo>
                    <a:pt x="2627251" y="0"/>
                  </a:lnTo>
                  <a:lnTo>
                    <a:pt x="2595284" y="0"/>
                  </a:lnTo>
                  <a:lnTo>
                    <a:pt x="2563191" y="0"/>
                  </a:lnTo>
                  <a:lnTo>
                    <a:pt x="2531097" y="0"/>
                  </a:lnTo>
                  <a:lnTo>
                    <a:pt x="2499130" y="0"/>
                  </a:lnTo>
                  <a:lnTo>
                    <a:pt x="2467036" y="0"/>
                  </a:lnTo>
                  <a:lnTo>
                    <a:pt x="2435069" y="0"/>
                  </a:lnTo>
                  <a:lnTo>
                    <a:pt x="2402975" y="0"/>
                  </a:lnTo>
                  <a:lnTo>
                    <a:pt x="2371009" y="0"/>
                  </a:lnTo>
                  <a:lnTo>
                    <a:pt x="2338914" y="0"/>
                  </a:lnTo>
                  <a:lnTo>
                    <a:pt x="2306821" y="0"/>
                  </a:lnTo>
                  <a:lnTo>
                    <a:pt x="2274854" y="0"/>
                  </a:lnTo>
                  <a:lnTo>
                    <a:pt x="2242760" y="86348"/>
                  </a:lnTo>
                  <a:lnTo>
                    <a:pt x="2210793" y="86348"/>
                  </a:lnTo>
                  <a:lnTo>
                    <a:pt x="2178699" y="86348"/>
                  </a:lnTo>
                  <a:lnTo>
                    <a:pt x="2146732" y="86348"/>
                  </a:lnTo>
                  <a:lnTo>
                    <a:pt x="2114639" y="86348"/>
                  </a:lnTo>
                  <a:lnTo>
                    <a:pt x="2082545" y="86348"/>
                  </a:lnTo>
                  <a:lnTo>
                    <a:pt x="2050578" y="86348"/>
                  </a:lnTo>
                  <a:lnTo>
                    <a:pt x="2018484" y="86348"/>
                  </a:lnTo>
                  <a:lnTo>
                    <a:pt x="1986517" y="86348"/>
                  </a:lnTo>
                  <a:lnTo>
                    <a:pt x="1954423" y="159451"/>
                  </a:lnTo>
                  <a:lnTo>
                    <a:pt x="1922457" y="159451"/>
                  </a:lnTo>
                  <a:lnTo>
                    <a:pt x="1890363" y="159451"/>
                  </a:lnTo>
                  <a:lnTo>
                    <a:pt x="1858268" y="159451"/>
                  </a:lnTo>
                  <a:lnTo>
                    <a:pt x="1826302" y="159451"/>
                  </a:lnTo>
                  <a:lnTo>
                    <a:pt x="1794208" y="159451"/>
                  </a:lnTo>
                  <a:lnTo>
                    <a:pt x="1762241" y="159451"/>
                  </a:lnTo>
                  <a:lnTo>
                    <a:pt x="1730147" y="236629"/>
                  </a:lnTo>
                  <a:lnTo>
                    <a:pt x="1698180" y="236629"/>
                  </a:lnTo>
                  <a:lnTo>
                    <a:pt x="1666087" y="236629"/>
                  </a:lnTo>
                  <a:lnTo>
                    <a:pt x="1633993" y="236629"/>
                  </a:lnTo>
                  <a:lnTo>
                    <a:pt x="1602026" y="236629"/>
                  </a:lnTo>
                  <a:lnTo>
                    <a:pt x="1569932" y="236629"/>
                  </a:lnTo>
                  <a:lnTo>
                    <a:pt x="1537965" y="236629"/>
                  </a:lnTo>
                  <a:lnTo>
                    <a:pt x="1505871" y="236629"/>
                  </a:lnTo>
                  <a:lnTo>
                    <a:pt x="1473905" y="236629"/>
                  </a:lnTo>
                  <a:lnTo>
                    <a:pt x="1441811" y="293049"/>
                  </a:lnTo>
                  <a:lnTo>
                    <a:pt x="1409717" y="346157"/>
                  </a:lnTo>
                  <a:lnTo>
                    <a:pt x="1377750" y="346157"/>
                  </a:lnTo>
                  <a:lnTo>
                    <a:pt x="1345656" y="346157"/>
                  </a:lnTo>
                  <a:lnTo>
                    <a:pt x="1313690" y="346157"/>
                  </a:lnTo>
                  <a:lnTo>
                    <a:pt x="1281595" y="346157"/>
                  </a:lnTo>
                  <a:lnTo>
                    <a:pt x="1249629" y="346157"/>
                  </a:lnTo>
                  <a:lnTo>
                    <a:pt x="1217535" y="346157"/>
                  </a:lnTo>
                  <a:lnTo>
                    <a:pt x="1185441" y="346157"/>
                  </a:lnTo>
                  <a:lnTo>
                    <a:pt x="1153474" y="346157"/>
                  </a:lnTo>
                  <a:lnTo>
                    <a:pt x="1121380" y="346157"/>
                  </a:lnTo>
                  <a:lnTo>
                    <a:pt x="1089413" y="346157"/>
                  </a:lnTo>
                  <a:lnTo>
                    <a:pt x="1057319" y="448424"/>
                  </a:lnTo>
                  <a:lnTo>
                    <a:pt x="1025353" y="548400"/>
                  </a:lnTo>
                  <a:lnTo>
                    <a:pt x="993259" y="594885"/>
                  </a:lnTo>
                  <a:lnTo>
                    <a:pt x="961165" y="594885"/>
                  </a:lnTo>
                  <a:lnTo>
                    <a:pt x="929198" y="594885"/>
                  </a:lnTo>
                  <a:lnTo>
                    <a:pt x="897104" y="643408"/>
                  </a:lnTo>
                  <a:lnTo>
                    <a:pt x="865138" y="643408"/>
                  </a:lnTo>
                  <a:lnTo>
                    <a:pt x="833043" y="643408"/>
                  </a:lnTo>
                  <a:lnTo>
                    <a:pt x="801077" y="643408"/>
                  </a:lnTo>
                  <a:lnTo>
                    <a:pt x="768983" y="643408"/>
                  </a:lnTo>
                  <a:lnTo>
                    <a:pt x="737016" y="643408"/>
                  </a:lnTo>
                  <a:lnTo>
                    <a:pt x="704922" y="682379"/>
                  </a:lnTo>
                  <a:lnTo>
                    <a:pt x="672828" y="682379"/>
                  </a:lnTo>
                  <a:lnTo>
                    <a:pt x="640861" y="760831"/>
                  </a:lnTo>
                  <a:lnTo>
                    <a:pt x="608768" y="760831"/>
                  </a:lnTo>
                  <a:lnTo>
                    <a:pt x="576801" y="760831"/>
                  </a:lnTo>
                  <a:lnTo>
                    <a:pt x="544707" y="789741"/>
                  </a:lnTo>
                  <a:lnTo>
                    <a:pt x="512740" y="789741"/>
                  </a:lnTo>
                  <a:lnTo>
                    <a:pt x="480646" y="789741"/>
                  </a:lnTo>
                  <a:lnTo>
                    <a:pt x="448552" y="789741"/>
                  </a:lnTo>
                  <a:lnTo>
                    <a:pt x="416586" y="789741"/>
                  </a:lnTo>
                  <a:lnTo>
                    <a:pt x="384491" y="818906"/>
                  </a:lnTo>
                  <a:lnTo>
                    <a:pt x="352525" y="842849"/>
                  </a:lnTo>
                  <a:lnTo>
                    <a:pt x="320431" y="866538"/>
                  </a:lnTo>
                  <a:lnTo>
                    <a:pt x="288464" y="884750"/>
                  </a:lnTo>
                  <a:lnTo>
                    <a:pt x="256370" y="884750"/>
                  </a:lnTo>
                  <a:lnTo>
                    <a:pt x="224276" y="884750"/>
                  </a:lnTo>
                  <a:lnTo>
                    <a:pt x="192309" y="884750"/>
                  </a:lnTo>
                  <a:lnTo>
                    <a:pt x="160216" y="884750"/>
                  </a:lnTo>
                  <a:lnTo>
                    <a:pt x="128249" y="884750"/>
                  </a:lnTo>
                  <a:lnTo>
                    <a:pt x="96155" y="884750"/>
                  </a:lnTo>
                  <a:lnTo>
                    <a:pt x="64188" y="891755"/>
                  </a:lnTo>
                  <a:lnTo>
                    <a:pt x="32094" y="891755"/>
                  </a:lnTo>
                  <a:lnTo>
                    <a:pt x="0" y="891755"/>
                  </a:lnTo>
                </a:path>
              </a:pathLst>
            </a:custGeom>
            <a:noFill/>
            <a:ln w="14770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9" name="Freeform 198">
              <a:extLst>
                <a:ext uri="{FF2B5EF4-FFF2-40B4-BE49-F238E27FC236}">
                  <a16:creationId xmlns:a16="http://schemas.microsoft.com/office/drawing/2014/main" id="{A6E0F327-CE72-E7F6-A288-99183A1ABCDA}"/>
                </a:ext>
              </a:extLst>
            </p:cNvPr>
            <p:cNvSpPr/>
            <p:nvPr/>
          </p:nvSpPr>
          <p:spPr>
            <a:xfrm>
              <a:off x="4879502" y="3668737"/>
              <a:ext cx="2883621" cy="1394687"/>
            </a:xfrm>
            <a:custGeom>
              <a:avLst/>
              <a:gdLst>
                <a:gd name="csX0" fmla="*/ 0 w 2883621"/>
                <a:gd name="csY0" fmla="*/ 1394688 h 1394687"/>
                <a:gd name="csX1" fmla="*/ 32094 w 2883621"/>
                <a:gd name="csY1" fmla="*/ 1394688 h 1394687"/>
                <a:gd name="csX2" fmla="*/ 32094 w 2883621"/>
                <a:gd name="csY2" fmla="*/ 1394688 h 1394687"/>
                <a:gd name="csX3" fmla="*/ 64188 w 2883621"/>
                <a:gd name="csY3" fmla="*/ 1394688 h 1394687"/>
                <a:gd name="csX4" fmla="*/ 64188 w 2883621"/>
                <a:gd name="csY4" fmla="*/ 1394688 h 1394687"/>
                <a:gd name="csX5" fmla="*/ 96155 w 2883621"/>
                <a:gd name="csY5" fmla="*/ 1394688 h 1394687"/>
                <a:gd name="csX6" fmla="*/ 96155 w 2883621"/>
                <a:gd name="csY6" fmla="*/ 1394688 h 1394687"/>
                <a:gd name="csX7" fmla="*/ 128249 w 2883621"/>
                <a:gd name="csY7" fmla="*/ 1394688 h 1394687"/>
                <a:gd name="csX8" fmla="*/ 128249 w 2883621"/>
                <a:gd name="csY8" fmla="*/ 1394688 h 1394687"/>
                <a:gd name="csX9" fmla="*/ 160216 w 2883621"/>
                <a:gd name="csY9" fmla="*/ 1394688 h 1394687"/>
                <a:gd name="csX10" fmla="*/ 160216 w 2883621"/>
                <a:gd name="csY10" fmla="*/ 1394688 h 1394687"/>
                <a:gd name="csX11" fmla="*/ 192309 w 2883621"/>
                <a:gd name="csY11" fmla="*/ 1394688 h 1394687"/>
                <a:gd name="csX12" fmla="*/ 192309 w 2883621"/>
                <a:gd name="csY12" fmla="*/ 1315981 h 1394687"/>
                <a:gd name="csX13" fmla="*/ 224276 w 2883621"/>
                <a:gd name="csY13" fmla="*/ 1315981 h 1394687"/>
                <a:gd name="csX14" fmla="*/ 224276 w 2883621"/>
                <a:gd name="csY14" fmla="*/ 1315981 h 1394687"/>
                <a:gd name="csX15" fmla="*/ 256370 w 2883621"/>
                <a:gd name="csY15" fmla="*/ 1315981 h 1394687"/>
                <a:gd name="csX16" fmla="*/ 256370 w 2883621"/>
                <a:gd name="csY16" fmla="*/ 1315981 h 1394687"/>
                <a:gd name="csX17" fmla="*/ 288464 w 2883621"/>
                <a:gd name="csY17" fmla="*/ 1315981 h 1394687"/>
                <a:gd name="csX18" fmla="*/ 288464 w 2883621"/>
                <a:gd name="csY18" fmla="*/ 1315981 h 1394687"/>
                <a:gd name="csX19" fmla="*/ 320431 w 2883621"/>
                <a:gd name="csY19" fmla="*/ 1315981 h 1394687"/>
                <a:gd name="csX20" fmla="*/ 320431 w 2883621"/>
                <a:gd name="csY20" fmla="*/ 1315981 h 1394687"/>
                <a:gd name="csX21" fmla="*/ 352525 w 2883621"/>
                <a:gd name="csY21" fmla="*/ 1315981 h 1394687"/>
                <a:gd name="csX22" fmla="*/ 352525 w 2883621"/>
                <a:gd name="csY22" fmla="*/ 1315981 h 1394687"/>
                <a:gd name="csX23" fmla="*/ 384491 w 2883621"/>
                <a:gd name="csY23" fmla="*/ 1315981 h 1394687"/>
                <a:gd name="csX24" fmla="*/ 384491 w 2883621"/>
                <a:gd name="csY24" fmla="*/ 1315981 h 1394687"/>
                <a:gd name="csX25" fmla="*/ 416586 w 2883621"/>
                <a:gd name="csY25" fmla="*/ 1315981 h 1394687"/>
                <a:gd name="csX26" fmla="*/ 416586 w 2883621"/>
                <a:gd name="csY26" fmla="*/ 1315981 h 1394687"/>
                <a:gd name="csX27" fmla="*/ 448552 w 2883621"/>
                <a:gd name="csY27" fmla="*/ 1315981 h 1394687"/>
                <a:gd name="csX28" fmla="*/ 448552 w 2883621"/>
                <a:gd name="csY28" fmla="*/ 1315981 h 1394687"/>
                <a:gd name="csX29" fmla="*/ 480646 w 2883621"/>
                <a:gd name="csY29" fmla="*/ 1315981 h 1394687"/>
                <a:gd name="csX30" fmla="*/ 480646 w 2883621"/>
                <a:gd name="csY30" fmla="*/ 1315981 h 1394687"/>
                <a:gd name="csX31" fmla="*/ 512740 w 2883621"/>
                <a:gd name="csY31" fmla="*/ 1315981 h 1394687"/>
                <a:gd name="csX32" fmla="*/ 512740 w 2883621"/>
                <a:gd name="csY32" fmla="*/ 1315981 h 1394687"/>
                <a:gd name="csX33" fmla="*/ 544707 w 2883621"/>
                <a:gd name="csY33" fmla="*/ 1315981 h 1394687"/>
                <a:gd name="csX34" fmla="*/ 544707 w 2883621"/>
                <a:gd name="csY34" fmla="*/ 1315981 h 1394687"/>
                <a:gd name="csX35" fmla="*/ 576801 w 2883621"/>
                <a:gd name="csY35" fmla="*/ 1315981 h 1394687"/>
                <a:gd name="csX36" fmla="*/ 576801 w 2883621"/>
                <a:gd name="csY36" fmla="*/ 1315981 h 1394687"/>
                <a:gd name="csX37" fmla="*/ 608768 w 2883621"/>
                <a:gd name="csY37" fmla="*/ 1315981 h 1394687"/>
                <a:gd name="csX38" fmla="*/ 608768 w 2883621"/>
                <a:gd name="csY38" fmla="*/ 1315981 h 1394687"/>
                <a:gd name="csX39" fmla="*/ 640861 w 2883621"/>
                <a:gd name="csY39" fmla="*/ 1315981 h 1394687"/>
                <a:gd name="csX40" fmla="*/ 640861 w 2883621"/>
                <a:gd name="csY40" fmla="*/ 1315981 h 1394687"/>
                <a:gd name="csX41" fmla="*/ 672828 w 2883621"/>
                <a:gd name="csY41" fmla="*/ 1315981 h 1394687"/>
                <a:gd name="csX42" fmla="*/ 672828 w 2883621"/>
                <a:gd name="csY42" fmla="*/ 1315981 h 1394687"/>
                <a:gd name="csX43" fmla="*/ 704922 w 2883621"/>
                <a:gd name="csY43" fmla="*/ 1315981 h 1394687"/>
                <a:gd name="csX44" fmla="*/ 704922 w 2883621"/>
                <a:gd name="csY44" fmla="*/ 1315981 h 1394687"/>
                <a:gd name="csX45" fmla="*/ 737016 w 2883621"/>
                <a:gd name="csY45" fmla="*/ 1315981 h 1394687"/>
                <a:gd name="csX46" fmla="*/ 737016 w 2883621"/>
                <a:gd name="csY46" fmla="*/ 1157039 h 1394687"/>
                <a:gd name="csX47" fmla="*/ 768983 w 2883621"/>
                <a:gd name="csY47" fmla="*/ 1157039 h 1394687"/>
                <a:gd name="csX48" fmla="*/ 768983 w 2883621"/>
                <a:gd name="csY48" fmla="*/ 1039998 h 1394687"/>
                <a:gd name="csX49" fmla="*/ 801077 w 2883621"/>
                <a:gd name="csY49" fmla="*/ 1039998 h 1394687"/>
                <a:gd name="csX50" fmla="*/ 801077 w 2883621"/>
                <a:gd name="csY50" fmla="*/ 940532 h 1394687"/>
                <a:gd name="csX51" fmla="*/ 833043 w 2883621"/>
                <a:gd name="csY51" fmla="*/ 940532 h 1394687"/>
                <a:gd name="csX52" fmla="*/ 833043 w 2883621"/>
                <a:gd name="csY52" fmla="*/ 940532 h 1394687"/>
                <a:gd name="csX53" fmla="*/ 865138 w 2883621"/>
                <a:gd name="csY53" fmla="*/ 940532 h 1394687"/>
                <a:gd name="csX54" fmla="*/ 865138 w 2883621"/>
                <a:gd name="csY54" fmla="*/ 797128 h 1394687"/>
                <a:gd name="csX55" fmla="*/ 897104 w 2883621"/>
                <a:gd name="csY55" fmla="*/ 797128 h 1394687"/>
                <a:gd name="csX56" fmla="*/ 897104 w 2883621"/>
                <a:gd name="csY56" fmla="*/ 797128 h 1394687"/>
                <a:gd name="csX57" fmla="*/ 929198 w 2883621"/>
                <a:gd name="csY57" fmla="*/ 797128 h 1394687"/>
                <a:gd name="csX58" fmla="*/ 929198 w 2883621"/>
                <a:gd name="csY58" fmla="*/ 669389 h 1394687"/>
                <a:gd name="csX59" fmla="*/ 961165 w 2883621"/>
                <a:gd name="csY59" fmla="*/ 669389 h 1394687"/>
                <a:gd name="csX60" fmla="*/ 961165 w 2883621"/>
                <a:gd name="csY60" fmla="*/ 669389 h 1394687"/>
                <a:gd name="csX61" fmla="*/ 993259 w 2883621"/>
                <a:gd name="csY61" fmla="*/ 669389 h 1394687"/>
                <a:gd name="csX62" fmla="*/ 993259 w 2883621"/>
                <a:gd name="csY62" fmla="*/ 669389 h 1394687"/>
                <a:gd name="csX63" fmla="*/ 1025353 w 2883621"/>
                <a:gd name="csY63" fmla="*/ 669389 h 1394687"/>
                <a:gd name="csX64" fmla="*/ 1025353 w 2883621"/>
                <a:gd name="csY64" fmla="*/ 669389 h 1394687"/>
                <a:gd name="csX65" fmla="*/ 1057319 w 2883621"/>
                <a:gd name="csY65" fmla="*/ 669389 h 1394687"/>
                <a:gd name="csX66" fmla="*/ 1057319 w 2883621"/>
                <a:gd name="csY66" fmla="*/ 478353 h 1394687"/>
                <a:gd name="csX67" fmla="*/ 1089413 w 2883621"/>
                <a:gd name="csY67" fmla="*/ 478353 h 1394687"/>
                <a:gd name="csX68" fmla="*/ 1089413 w 2883621"/>
                <a:gd name="csY68" fmla="*/ 319284 h 1394687"/>
                <a:gd name="csX69" fmla="*/ 1121380 w 2883621"/>
                <a:gd name="csY69" fmla="*/ 319284 h 1394687"/>
                <a:gd name="csX70" fmla="*/ 1121380 w 2883621"/>
                <a:gd name="csY70" fmla="*/ 319284 h 1394687"/>
                <a:gd name="csX71" fmla="*/ 1153474 w 2883621"/>
                <a:gd name="csY71" fmla="*/ 319284 h 1394687"/>
                <a:gd name="csX72" fmla="*/ 1153474 w 2883621"/>
                <a:gd name="csY72" fmla="*/ 152829 h 1394687"/>
                <a:gd name="csX73" fmla="*/ 1185441 w 2883621"/>
                <a:gd name="csY73" fmla="*/ 152829 h 1394687"/>
                <a:gd name="csX74" fmla="*/ 1185441 w 2883621"/>
                <a:gd name="csY74" fmla="*/ 152829 h 1394687"/>
                <a:gd name="csX75" fmla="*/ 1217535 w 2883621"/>
                <a:gd name="csY75" fmla="*/ 152829 h 1394687"/>
                <a:gd name="csX76" fmla="*/ 1217535 w 2883621"/>
                <a:gd name="csY76" fmla="*/ 152829 h 1394687"/>
                <a:gd name="csX77" fmla="*/ 1249629 w 2883621"/>
                <a:gd name="csY77" fmla="*/ 152829 h 1394687"/>
                <a:gd name="csX78" fmla="*/ 1249629 w 2883621"/>
                <a:gd name="csY78" fmla="*/ 152829 h 1394687"/>
                <a:gd name="csX79" fmla="*/ 1281595 w 2883621"/>
                <a:gd name="csY79" fmla="*/ 152829 h 1394687"/>
                <a:gd name="csX80" fmla="*/ 1281595 w 2883621"/>
                <a:gd name="csY80" fmla="*/ 0 h 1394687"/>
                <a:gd name="csX81" fmla="*/ 1313690 w 2883621"/>
                <a:gd name="csY81" fmla="*/ 0 h 1394687"/>
                <a:gd name="csX82" fmla="*/ 1313690 w 2883621"/>
                <a:gd name="csY82" fmla="*/ 0 h 1394687"/>
                <a:gd name="csX83" fmla="*/ 1345656 w 2883621"/>
                <a:gd name="csY83" fmla="*/ 0 h 1394687"/>
                <a:gd name="csX84" fmla="*/ 1345656 w 2883621"/>
                <a:gd name="csY84" fmla="*/ 0 h 1394687"/>
                <a:gd name="csX85" fmla="*/ 1377750 w 2883621"/>
                <a:gd name="csY85" fmla="*/ 0 h 1394687"/>
                <a:gd name="csX86" fmla="*/ 1377750 w 2883621"/>
                <a:gd name="csY86" fmla="*/ 0 h 1394687"/>
                <a:gd name="csX87" fmla="*/ 1409717 w 2883621"/>
                <a:gd name="csY87" fmla="*/ 0 h 1394687"/>
                <a:gd name="csX88" fmla="*/ 1409717 w 2883621"/>
                <a:gd name="csY88" fmla="*/ 0 h 1394687"/>
                <a:gd name="csX89" fmla="*/ 1441811 w 2883621"/>
                <a:gd name="csY89" fmla="*/ 0 h 1394687"/>
                <a:gd name="csX90" fmla="*/ 1441811 w 2883621"/>
                <a:gd name="csY90" fmla="*/ 0 h 1394687"/>
                <a:gd name="csX91" fmla="*/ 1473905 w 2883621"/>
                <a:gd name="csY91" fmla="*/ 0 h 1394687"/>
                <a:gd name="csX92" fmla="*/ 1473905 w 2883621"/>
                <a:gd name="csY92" fmla="*/ 0 h 1394687"/>
                <a:gd name="csX93" fmla="*/ 1505871 w 2883621"/>
                <a:gd name="csY93" fmla="*/ 0 h 1394687"/>
                <a:gd name="csX94" fmla="*/ 1505871 w 2883621"/>
                <a:gd name="csY94" fmla="*/ 0 h 1394687"/>
                <a:gd name="csX95" fmla="*/ 1537965 w 2883621"/>
                <a:gd name="csY95" fmla="*/ 0 h 1394687"/>
                <a:gd name="csX96" fmla="*/ 1537965 w 2883621"/>
                <a:gd name="csY96" fmla="*/ 0 h 1394687"/>
                <a:gd name="csX97" fmla="*/ 1569932 w 2883621"/>
                <a:gd name="csY97" fmla="*/ 0 h 1394687"/>
                <a:gd name="csX98" fmla="*/ 1569932 w 2883621"/>
                <a:gd name="csY98" fmla="*/ 0 h 1394687"/>
                <a:gd name="csX99" fmla="*/ 1602026 w 2883621"/>
                <a:gd name="csY99" fmla="*/ 0 h 1394687"/>
                <a:gd name="csX100" fmla="*/ 1602026 w 2883621"/>
                <a:gd name="csY100" fmla="*/ 0 h 1394687"/>
                <a:gd name="csX101" fmla="*/ 1633993 w 2883621"/>
                <a:gd name="csY101" fmla="*/ 0 h 1394687"/>
                <a:gd name="csX102" fmla="*/ 1633993 w 2883621"/>
                <a:gd name="csY102" fmla="*/ 0 h 1394687"/>
                <a:gd name="csX103" fmla="*/ 1666087 w 2883621"/>
                <a:gd name="csY103" fmla="*/ 0 h 1394687"/>
                <a:gd name="csX104" fmla="*/ 1666087 w 2883621"/>
                <a:gd name="csY104" fmla="*/ 0 h 1394687"/>
                <a:gd name="csX105" fmla="*/ 1698180 w 2883621"/>
                <a:gd name="csY105" fmla="*/ 0 h 1394687"/>
                <a:gd name="csX106" fmla="*/ 1698180 w 2883621"/>
                <a:gd name="csY106" fmla="*/ 0 h 1394687"/>
                <a:gd name="csX107" fmla="*/ 1730147 w 2883621"/>
                <a:gd name="csY107" fmla="*/ 0 h 1394687"/>
                <a:gd name="csX108" fmla="*/ 1730147 w 2883621"/>
                <a:gd name="csY108" fmla="*/ 0 h 1394687"/>
                <a:gd name="csX109" fmla="*/ 1762241 w 2883621"/>
                <a:gd name="csY109" fmla="*/ 0 h 1394687"/>
                <a:gd name="csX110" fmla="*/ 1762241 w 2883621"/>
                <a:gd name="csY110" fmla="*/ 0 h 1394687"/>
                <a:gd name="csX111" fmla="*/ 1794208 w 2883621"/>
                <a:gd name="csY111" fmla="*/ 0 h 1394687"/>
                <a:gd name="csX112" fmla="*/ 1794208 w 2883621"/>
                <a:gd name="csY112" fmla="*/ 0 h 1394687"/>
                <a:gd name="csX113" fmla="*/ 1826302 w 2883621"/>
                <a:gd name="csY113" fmla="*/ 0 h 1394687"/>
                <a:gd name="csX114" fmla="*/ 1826302 w 2883621"/>
                <a:gd name="csY114" fmla="*/ 0 h 1394687"/>
                <a:gd name="csX115" fmla="*/ 1858268 w 2883621"/>
                <a:gd name="csY115" fmla="*/ 0 h 1394687"/>
                <a:gd name="csX116" fmla="*/ 1858268 w 2883621"/>
                <a:gd name="csY116" fmla="*/ 0 h 1394687"/>
                <a:gd name="csX117" fmla="*/ 1890363 w 2883621"/>
                <a:gd name="csY117" fmla="*/ 0 h 1394687"/>
                <a:gd name="csX118" fmla="*/ 1890363 w 2883621"/>
                <a:gd name="csY118" fmla="*/ 0 h 1394687"/>
                <a:gd name="csX119" fmla="*/ 1922457 w 2883621"/>
                <a:gd name="csY119" fmla="*/ 0 h 1394687"/>
                <a:gd name="csX120" fmla="*/ 1922457 w 2883621"/>
                <a:gd name="csY120" fmla="*/ 0 h 1394687"/>
                <a:gd name="csX121" fmla="*/ 1954423 w 2883621"/>
                <a:gd name="csY121" fmla="*/ 0 h 1394687"/>
                <a:gd name="csX122" fmla="*/ 1954423 w 2883621"/>
                <a:gd name="csY122" fmla="*/ 0 h 1394687"/>
                <a:gd name="csX123" fmla="*/ 1986517 w 2883621"/>
                <a:gd name="csY123" fmla="*/ 0 h 1394687"/>
                <a:gd name="csX124" fmla="*/ 1986517 w 2883621"/>
                <a:gd name="csY124" fmla="*/ 0 h 1394687"/>
                <a:gd name="csX125" fmla="*/ 2018484 w 2883621"/>
                <a:gd name="csY125" fmla="*/ 0 h 1394687"/>
                <a:gd name="csX126" fmla="*/ 2018484 w 2883621"/>
                <a:gd name="csY126" fmla="*/ 0 h 1394687"/>
                <a:gd name="csX127" fmla="*/ 2050578 w 2883621"/>
                <a:gd name="csY127" fmla="*/ 0 h 1394687"/>
                <a:gd name="csX128" fmla="*/ 2050578 w 2883621"/>
                <a:gd name="csY128" fmla="*/ 0 h 1394687"/>
                <a:gd name="csX129" fmla="*/ 2082545 w 2883621"/>
                <a:gd name="csY129" fmla="*/ 0 h 1394687"/>
                <a:gd name="csX130" fmla="*/ 2082545 w 2883621"/>
                <a:gd name="csY130" fmla="*/ 0 h 1394687"/>
                <a:gd name="csX131" fmla="*/ 2114639 w 2883621"/>
                <a:gd name="csY131" fmla="*/ 0 h 1394687"/>
                <a:gd name="csX132" fmla="*/ 2114639 w 2883621"/>
                <a:gd name="csY132" fmla="*/ 0 h 1394687"/>
                <a:gd name="csX133" fmla="*/ 2146732 w 2883621"/>
                <a:gd name="csY133" fmla="*/ 0 h 1394687"/>
                <a:gd name="csX134" fmla="*/ 2146732 w 2883621"/>
                <a:gd name="csY134" fmla="*/ 0 h 1394687"/>
                <a:gd name="csX135" fmla="*/ 2178699 w 2883621"/>
                <a:gd name="csY135" fmla="*/ 0 h 1394687"/>
                <a:gd name="csX136" fmla="*/ 2178699 w 2883621"/>
                <a:gd name="csY136" fmla="*/ 0 h 1394687"/>
                <a:gd name="csX137" fmla="*/ 2210793 w 2883621"/>
                <a:gd name="csY137" fmla="*/ 0 h 1394687"/>
                <a:gd name="csX138" fmla="*/ 2210793 w 2883621"/>
                <a:gd name="csY138" fmla="*/ 0 h 1394687"/>
                <a:gd name="csX139" fmla="*/ 2242760 w 2883621"/>
                <a:gd name="csY139" fmla="*/ 0 h 1394687"/>
                <a:gd name="csX140" fmla="*/ 2242760 w 2883621"/>
                <a:gd name="csY140" fmla="*/ 0 h 1394687"/>
                <a:gd name="csX141" fmla="*/ 2274854 w 2883621"/>
                <a:gd name="csY141" fmla="*/ 0 h 1394687"/>
                <a:gd name="csX142" fmla="*/ 2274854 w 2883621"/>
                <a:gd name="csY142" fmla="*/ 0 h 1394687"/>
                <a:gd name="csX143" fmla="*/ 2306821 w 2883621"/>
                <a:gd name="csY143" fmla="*/ 0 h 1394687"/>
                <a:gd name="csX144" fmla="*/ 2306821 w 2883621"/>
                <a:gd name="csY144" fmla="*/ 0 h 1394687"/>
                <a:gd name="csX145" fmla="*/ 2338914 w 2883621"/>
                <a:gd name="csY145" fmla="*/ 0 h 1394687"/>
                <a:gd name="csX146" fmla="*/ 2338914 w 2883621"/>
                <a:gd name="csY146" fmla="*/ 0 h 1394687"/>
                <a:gd name="csX147" fmla="*/ 2371009 w 2883621"/>
                <a:gd name="csY147" fmla="*/ 0 h 1394687"/>
                <a:gd name="csX148" fmla="*/ 2371009 w 2883621"/>
                <a:gd name="csY148" fmla="*/ 0 h 1394687"/>
                <a:gd name="csX149" fmla="*/ 2402975 w 2883621"/>
                <a:gd name="csY149" fmla="*/ 0 h 1394687"/>
                <a:gd name="csX150" fmla="*/ 2402975 w 2883621"/>
                <a:gd name="csY150" fmla="*/ 0 h 1394687"/>
                <a:gd name="csX151" fmla="*/ 2435069 w 2883621"/>
                <a:gd name="csY151" fmla="*/ 0 h 1394687"/>
                <a:gd name="csX152" fmla="*/ 2435069 w 2883621"/>
                <a:gd name="csY152" fmla="*/ 0 h 1394687"/>
                <a:gd name="csX153" fmla="*/ 2467036 w 2883621"/>
                <a:gd name="csY153" fmla="*/ 0 h 1394687"/>
                <a:gd name="csX154" fmla="*/ 2467036 w 2883621"/>
                <a:gd name="csY154" fmla="*/ 0 h 1394687"/>
                <a:gd name="csX155" fmla="*/ 2499130 w 2883621"/>
                <a:gd name="csY155" fmla="*/ 0 h 1394687"/>
                <a:gd name="csX156" fmla="*/ 2499130 w 2883621"/>
                <a:gd name="csY156" fmla="*/ 0 h 1394687"/>
                <a:gd name="csX157" fmla="*/ 2531097 w 2883621"/>
                <a:gd name="csY157" fmla="*/ 0 h 1394687"/>
                <a:gd name="csX158" fmla="*/ 2531097 w 2883621"/>
                <a:gd name="csY158" fmla="*/ 0 h 1394687"/>
                <a:gd name="csX159" fmla="*/ 2563191 w 2883621"/>
                <a:gd name="csY159" fmla="*/ 0 h 1394687"/>
                <a:gd name="csX160" fmla="*/ 2563191 w 2883621"/>
                <a:gd name="csY160" fmla="*/ 0 h 1394687"/>
                <a:gd name="csX161" fmla="*/ 2595284 w 2883621"/>
                <a:gd name="csY161" fmla="*/ 0 h 1394687"/>
                <a:gd name="csX162" fmla="*/ 2595284 w 2883621"/>
                <a:gd name="csY162" fmla="*/ 0 h 1394687"/>
                <a:gd name="csX163" fmla="*/ 2627251 w 2883621"/>
                <a:gd name="csY163" fmla="*/ 0 h 1394687"/>
                <a:gd name="csX164" fmla="*/ 2627251 w 2883621"/>
                <a:gd name="csY164" fmla="*/ 0 h 1394687"/>
                <a:gd name="csX165" fmla="*/ 2659345 w 2883621"/>
                <a:gd name="csY165" fmla="*/ 0 h 1394687"/>
                <a:gd name="csX166" fmla="*/ 2659345 w 2883621"/>
                <a:gd name="csY166" fmla="*/ 0 h 1394687"/>
                <a:gd name="csX167" fmla="*/ 2691312 w 2883621"/>
                <a:gd name="csY167" fmla="*/ 0 h 1394687"/>
                <a:gd name="csX168" fmla="*/ 2691312 w 2883621"/>
                <a:gd name="csY168" fmla="*/ 0 h 1394687"/>
                <a:gd name="csX169" fmla="*/ 2723406 w 2883621"/>
                <a:gd name="csY169" fmla="*/ 0 h 1394687"/>
                <a:gd name="csX170" fmla="*/ 2723406 w 2883621"/>
                <a:gd name="csY170" fmla="*/ 0 h 1394687"/>
                <a:gd name="csX171" fmla="*/ 2755372 w 2883621"/>
                <a:gd name="csY171" fmla="*/ 0 h 1394687"/>
                <a:gd name="csX172" fmla="*/ 2755372 w 2883621"/>
                <a:gd name="csY172" fmla="*/ 0 h 1394687"/>
                <a:gd name="csX173" fmla="*/ 2787467 w 2883621"/>
                <a:gd name="csY173" fmla="*/ 0 h 1394687"/>
                <a:gd name="csX174" fmla="*/ 2787467 w 2883621"/>
                <a:gd name="csY174" fmla="*/ 0 h 1394687"/>
                <a:gd name="csX175" fmla="*/ 2819560 w 2883621"/>
                <a:gd name="csY175" fmla="*/ 0 h 1394687"/>
                <a:gd name="csX176" fmla="*/ 2819560 w 2883621"/>
                <a:gd name="csY176" fmla="*/ 0 h 1394687"/>
                <a:gd name="csX177" fmla="*/ 2851527 w 2883621"/>
                <a:gd name="csY177" fmla="*/ 0 h 1394687"/>
                <a:gd name="csX178" fmla="*/ 2851527 w 2883621"/>
                <a:gd name="csY178" fmla="*/ 0 h 1394687"/>
                <a:gd name="csX179" fmla="*/ 2883621 w 2883621"/>
                <a:gd name="csY179" fmla="*/ 0 h 1394687"/>
                <a:gd name="csX180" fmla="*/ 2883621 w 2883621"/>
                <a:gd name="csY180" fmla="*/ 0 h 13946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</a:cxnLst>
              <a:rect l="l" t="t" r="r" b="b"/>
              <a:pathLst>
                <a:path w="2883621" h="1394687">
                  <a:moveTo>
                    <a:pt x="0" y="1394688"/>
                  </a:moveTo>
                  <a:lnTo>
                    <a:pt x="32094" y="1394688"/>
                  </a:lnTo>
                  <a:lnTo>
                    <a:pt x="32094" y="1394688"/>
                  </a:lnTo>
                  <a:lnTo>
                    <a:pt x="64188" y="1394688"/>
                  </a:lnTo>
                  <a:lnTo>
                    <a:pt x="64188" y="1394688"/>
                  </a:lnTo>
                  <a:lnTo>
                    <a:pt x="96155" y="1394688"/>
                  </a:lnTo>
                  <a:lnTo>
                    <a:pt x="96155" y="1394688"/>
                  </a:lnTo>
                  <a:lnTo>
                    <a:pt x="128249" y="1394688"/>
                  </a:lnTo>
                  <a:lnTo>
                    <a:pt x="128249" y="1394688"/>
                  </a:lnTo>
                  <a:lnTo>
                    <a:pt x="160216" y="1394688"/>
                  </a:lnTo>
                  <a:lnTo>
                    <a:pt x="160216" y="1394688"/>
                  </a:lnTo>
                  <a:lnTo>
                    <a:pt x="192309" y="1394688"/>
                  </a:lnTo>
                  <a:lnTo>
                    <a:pt x="192309" y="1315981"/>
                  </a:lnTo>
                  <a:lnTo>
                    <a:pt x="224276" y="1315981"/>
                  </a:lnTo>
                  <a:lnTo>
                    <a:pt x="224276" y="1315981"/>
                  </a:lnTo>
                  <a:lnTo>
                    <a:pt x="256370" y="1315981"/>
                  </a:lnTo>
                  <a:lnTo>
                    <a:pt x="256370" y="1315981"/>
                  </a:lnTo>
                  <a:lnTo>
                    <a:pt x="288464" y="1315981"/>
                  </a:lnTo>
                  <a:lnTo>
                    <a:pt x="288464" y="1315981"/>
                  </a:lnTo>
                  <a:lnTo>
                    <a:pt x="320431" y="1315981"/>
                  </a:lnTo>
                  <a:lnTo>
                    <a:pt x="320431" y="1315981"/>
                  </a:lnTo>
                  <a:lnTo>
                    <a:pt x="352525" y="1315981"/>
                  </a:lnTo>
                  <a:lnTo>
                    <a:pt x="352525" y="1315981"/>
                  </a:lnTo>
                  <a:lnTo>
                    <a:pt x="384491" y="1315981"/>
                  </a:lnTo>
                  <a:lnTo>
                    <a:pt x="384491" y="1315981"/>
                  </a:lnTo>
                  <a:lnTo>
                    <a:pt x="416586" y="1315981"/>
                  </a:lnTo>
                  <a:lnTo>
                    <a:pt x="416586" y="1315981"/>
                  </a:lnTo>
                  <a:lnTo>
                    <a:pt x="448552" y="1315981"/>
                  </a:lnTo>
                  <a:lnTo>
                    <a:pt x="448552" y="1315981"/>
                  </a:lnTo>
                  <a:lnTo>
                    <a:pt x="480646" y="1315981"/>
                  </a:lnTo>
                  <a:lnTo>
                    <a:pt x="480646" y="1315981"/>
                  </a:lnTo>
                  <a:lnTo>
                    <a:pt x="512740" y="1315981"/>
                  </a:lnTo>
                  <a:lnTo>
                    <a:pt x="512740" y="1315981"/>
                  </a:lnTo>
                  <a:lnTo>
                    <a:pt x="544707" y="1315981"/>
                  </a:lnTo>
                  <a:lnTo>
                    <a:pt x="544707" y="1315981"/>
                  </a:lnTo>
                  <a:lnTo>
                    <a:pt x="576801" y="1315981"/>
                  </a:lnTo>
                  <a:lnTo>
                    <a:pt x="576801" y="1315981"/>
                  </a:lnTo>
                  <a:lnTo>
                    <a:pt x="608768" y="1315981"/>
                  </a:lnTo>
                  <a:lnTo>
                    <a:pt x="608768" y="1315981"/>
                  </a:lnTo>
                  <a:lnTo>
                    <a:pt x="640861" y="1315981"/>
                  </a:lnTo>
                  <a:lnTo>
                    <a:pt x="640861" y="1315981"/>
                  </a:lnTo>
                  <a:lnTo>
                    <a:pt x="672828" y="1315981"/>
                  </a:lnTo>
                  <a:lnTo>
                    <a:pt x="672828" y="1315981"/>
                  </a:lnTo>
                  <a:lnTo>
                    <a:pt x="704922" y="1315981"/>
                  </a:lnTo>
                  <a:lnTo>
                    <a:pt x="704922" y="1315981"/>
                  </a:lnTo>
                  <a:lnTo>
                    <a:pt x="737016" y="1315981"/>
                  </a:lnTo>
                  <a:lnTo>
                    <a:pt x="737016" y="1157039"/>
                  </a:lnTo>
                  <a:lnTo>
                    <a:pt x="768983" y="1157039"/>
                  </a:lnTo>
                  <a:lnTo>
                    <a:pt x="768983" y="1039998"/>
                  </a:lnTo>
                  <a:lnTo>
                    <a:pt x="801077" y="1039998"/>
                  </a:lnTo>
                  <a:lnTo>
                    <a:pt x="801077" y="940532"/>
                  </a:lnTo>
                  <a:lnTo>
                    <a:pt x="833043" y="940532"/>
                  </a:lnTo>
                  <a:lnTo>
                    <a:pt x="833043" y="940532"/>
                  </a:lnTo>
                  <a:lnTo>
                    <a:pt x="865138" y="940532"/>
                  </a:lnTo>
                  <a:lnTo>
                    <a:pt x="865138" y="797128"/>
                  </a:lnTo>
                  <a:lnTo>
                    <a:pt x="897104" y="797128"/>
                  </a:lnTo>
                  <a:lnTo>
                    <a:pt x="897104" y="797128"/>
                  </a:lnTo>
                  <a:lnTo>
                    <a:pt x="929198" y="797128"/>
                  </a:lnTo>
                  <a:lnTo>
                    <a:pt x="929198" y="669389"/>
                  </a:lnTo>
                  <a:lnTo>
                    <a:pt x="961165" y="669389"/>
                  </a:lnTo>
                  <a:lnTo>
                    <a:pt x="961165" y="669389"/>
                  </a:lnTo>
                  <a:lnTo>
                    <a:pt x="993259" y="669389"/>
                  </a:lnTo>
                  <a:lnTo>
                    <a:pt x="993259" y="669389"/>
                  </a:lnTo>
                  <a:lnTo>
                    <a:pt x="1025353" y="669389"/>
                  </a:lnTo>
                  <a:lnTo>
                    <a:pt x="1025353" y="669389"/>
                  </a:lnTo>
                  <a:lnTo>
                    <a:pt x="1057319" y="669389"/>
                  </a:lnTo>
                  <a:lnTo>
                    <a:pt x="1057319" y="478353"/>
                  </a:lnTo>
                  <a:lnTo>
                    <a:pt x="1089413" y="478353"/>
                  </a:lnTo>
                  <a:lnTo>
                    <a:pt x="1089413" y="319284"/>
                  </a:lnTo>
                  <a:lnTo>
                    <a:pt x="1121380" y="319284"/>
                  </a:lnTo>
                  <a:lnTo>
                    <a:pt x="1121380" y="319284"/>
                  </a:lnTo>
                  <a:lnTo>
                    <a:pt x="1153474" y="319284"/>
                  </a:lnTo>
                  <a:lnTo>
                    <a:pt x="1153474" y="152829"/>
                  </a:lnTo>
                  <a:lnTo>
                    <a:pt x="1185441" y="152829"/>
                  </a:lnTo>
                  <a:lnTo>
                    <a:pt x="1185441" y="152829"/>
                  </a:lnTo>
                  <a:lnTo>
                    <a:pt x="1217535" y="152829"/>
                  </a:lnTo>
                  <a:lnTo>
                    <a:pt x="1217535" y="152829"/>
                  </a:lnTo>
                  <a:lnTo>
                    <a:pt x="1249629" y="152829"/>
                  </a:lnTo>
                  <a:lnTo>
                    <a:pt x="1249629" y="152829"/>
                  </a:lnTo>
                  <a:lnTo>
                    <a:pt x="1281595" y="152829"/>
                  </a:lnTo>
                  <a:lnTo>
                    <a:pt x="1281595" y="0"/>
                  </a:lnTo>
                  <a:lnTo>
                    <a:pt x="1313690" y="0"/>
                  </a:lnTo>
                  <a:lnTo>
                    <a:pt x="1313690" y="0"/>
                  </a:lnTo>
                  <a:lnTo>
                    <a:pt x="1345656" y="0"/>
                  </a:lnTo>
                  <a:lnTo>
                    <a:pt x="1345656" y="0"/>
                  </a:lnTo>
                  <a:lnTo>
                    <a:pt x="1377750" y="0"/>
                  </a:lnTo>
                  <a:lnTo>
                    <a:pt x="1377750" y="0"/>
                  </a:lnTo>
                  <a:lnTo>
                    <a:pt x="1409717" y="0"/>
                  </a:lnTo>
                  <a:lnTo>
                    <a:pt x="1409717" y="0"/>
                  </a:lnTo>
                  <a:lnTo>
                    <a:pt x="1441811" y="0"/>
                  </a:lnTo>
                  <a:lnTo>
                    <a:pt x="1441811" y="0"/>
                  </a:lnTo>
                  <a:lnTo>
                    <a:pt x="1473905" y="0"/>
                  </a:lnTo>
                  <a:lnTo>
                    <a:pt x="1473905" y="0"/>
                  </a:lnTo>
                  <a:lnTo>
                    <a:pt x="1505871" y="0"/>
                  </a:lnTo>
                  <a:lnTo>
                    <a:pt x="1505871" y="0"/>
                  </a:lnTo>
                  <a:lnTo>
                    <a:pt x="1537965" y="0"/>
                  </a:lnTo>
                  <a:lnTo>
                    <a:pt x="1537965" y="0"/>
                  </a:lnTo>
                  <a:lnTo>
                    <a:pt x="1569932" y="0"/>
                  </a:lnTo>
                  <a:lnTo>
                    <a:pt x="1569932" y="0"/>
                  </a:lnTo>
                  <a:lnTo>
                    <a:pt x="1602026" y="0"/>
                  </a:lnTo>
                  <a:lnTo>
                    <a:pt x="1602026" y="0"/>
                  </a:lnTo>
                  <a:lnTo>
                    <a:pt x="1633993" y="0"/>
                  </a:lnTo>
                  <a:lnTo>
                    <a:pt x="1633993" y="0"/>
                  </a:lnTo>
                  <a:lnTo>
                    <a:pt x="1666087" y="0"/>
                  </a:lnTo>
                  <a:lnTo>
                    <a:pt x="1666087" y="0"/>
                  </a:lnTo>
                  <a:lnTo>
                    <a:pt x="1698180" y="0"/>
                  </a:lnTo>
                  <a:lnTo>
                    <a:pt x="1698180" y="0"/>
                  </a:lnTo>
                  <a:lnTo>
                    <a:pt x="1730147" y="0"/>
                  </a:lnTo>
                  <a:lnTo>
                    <a:pt x="1730147" y="0"/>
                  </a:lnTo>
                  <a:lnTo>
                    <a:pt x="1762241" y="0"/>
                  </a:lnTo>
                  <a:lnTo>
                    <a:pt x="1762241" y="0"/>
                  </a:lnTo>
                  <a:lnTo>
                    <a:pt x="1794208" y="0"/>
                  </a:lnTo>
                  <a:lnTo>
                    <a:pt x="1794208" y="0"/>
                  </a:lnTo>
                  <a:lnTo>
                    <a:pt x="1826302" y="0"/>
                  </a:lnTo>
                  <a:lnTo>
                    <a:pt x="1826302" y="0"/>
                  </a:lnTo>
                  <a:lnTo>
                    <a:pt x="1858268" y="0"/>
                  </a:lnTo>
                  <a:lnTo>
                    <a:pt x="1858268" y="0"/>
                  </a:lnTo>
                  <a:lnTo>
                    <a:pt x="1890363" y="0"/>
                  </a:lnTo>
                  <a:lnTo>
                    <a:pt x="1890363" y="0"/>
                  </a:lnTo>
                  <a:lnTo>
                    <a:pt x="1922457" y="0"/>
                  </a:lnTo>
                  <a:lnTo>
                    <a:pt x="1922457" y="0"/>
                  </a:lnTo>
                  <a:lnTo>
                    <a:pt x="1954423" y="0"/>
                  </a:lnTo>
                  <a:lnTo>
                    <a:pt x="1954423" y="0"/>
                  </a:lnTo>
                  <a:lnTo>
                    <a:pt x="1986517" y="0"/>
                  </a:lnTo>
                  <a:lnTo>
                    <a:pt x="1986517" y="0"/>
                  </a:lnTo>
                  <a:lnTo>
                    <a:pt x="2018484" y="0"/>
                  </a:lnTo>
                  <a:lnTo>
                    <a:pt x="2018484" y="0"/>
                  </a:lnTo>
                  <a:lnTo>
                    <a:pt x="2050578" y="0"/>
                  </a:lnTo>
                  <a:lnTo>
                    <a:pt x="2050578" y="0"/>
                  </a:lnTo>
                  <a:lnTo>
                    <a:pt x="2082545" y="0"/>
                  </a:lnTo>
                  <a:lnTo>
                    <a:pt x="2082545" y="0"/>
                  </a:lnTo>
                  <a:lnTo>
                    <a:pt x="2114639" y="0"/>
                  </a:lnTo>
                  <a:lnTo>
                    <a:pt x="2114639" y="0"/>
                  </a:lnTo>
                  <a:lnTo>
                    <a:pt x="2146732" y="0"/>
                  </a:lnTo>
                  <a:lnTo>
                    <a:pt x="2146732" y="0"/>
                  </a:lnTo>
                  <a:lnTo>
                    <a:pt x="2178699" y="0"/>
                  </a:lnTo>
                  <a:lnTo>
                    <a:pt x="2178699" y="0"/>
                  </a:lnTo>
                  <a:lnTo>
                    <a:pt x="2210793" y="0"/>
                  </a:lnTo>
                  <a:lnTo>
                    <a:pt x="2210793" y="0"/>
                  </a:lnTo>
                  <a:lnTo>
                    <a:pt x="2242760" y="0"/>
                  </a:lnTo>
                  <a:lnTo>
                    <a:pt x="2242760" y="0"/>
                  </a:lnTo>
                  <a:lnTo>
                    <a:pt x="2274854" y="0"/>
                  </a:lnTo>
                  <a:lnTo>
                    <a:pt x="2274854" y="0"/>
                  </a:lnTo>
                  <a:lnTo>
                    <a:pt x="2306821" y="0"/>
                  </a:lnTo>
                  <a:lnTo>
                    <a:pt x="2306821" y="0"/>
                  </a:lnTo>
                  <a:lnTo>
                    <a:pt x="2338914" y="0"/>
                  </a:lnTo>
                  <a:lnTo>
                    <a:pt x="2338914" y="0"/>
                  </a:lnTo>
                  <a:lnTo>
                    <a:pt x="2371009" y="0"/>
                  </a:lnTo>
                  <a:lnTo>
                    <a:pt x="2371009" y="0"/>
                  </a:lnTo>
                  <a:lnTo>
                    <a:pt x="2402975" y="0"/>
                  </a:lnTo>
                  <a:lnTo>
                    <a:pt x="2402975" y="0"/>
                  </a:lnTo>
                  <a:lnTo>
                    <a:pt x="2435069" y="0"/>
                  </a:lnTo>
                  <a:lnTo>
                    <a:pt x="2435069" y="0"/>
                  </a:lnTo>
                  <a:lnTo>
                    <a:pt x="2467036" y="0"/>
                  </a:lnTo>
                  <a:lnTo>
                    <a:pt x="2467036" y="0"/>
                  </a:lnTo>
                  <a:lnTo>
                    <a:pt x="2499130" y="0"/>
                  </a:lnTo>
                  <a:lnTo>
                    <a:pt x="2499130" y="0"/>
                  </a:lnTo>
                  <a:lnTo>
                    <a:pt x="2531097" y="0"/>
                  </a:lnTo>
                  <a:lnTo>
                    <a:pt x="2531097" y="0"/>
                  </a:lnTo>
                  <a:lnTo>
                    <a:pt x="2563191" y="0"/>
                  </a:lnTo>
                  <a:lnTo>
                    <a:pt x="2563191" y="0"/>
                  </a:lnTo>
                  <a:lnTo>
                    <a:pt x="2595284" y="0"/>
                  </a:lnTo>
                  <a:lnTo>
                    <a:pt x="2595284" y="0"/>
                  </a:lnTo>
                  <a:lnTo>
                    <a:pt x="2627251" y="0"/>
                  </a:lnTo>
                  <a:lnTo>
                    <a:pt x="2627251" y="0"/>
                  </a:lnTo>
                  <a:lnTo>
                    <a:pt x="2659345" y="0"/>
                  </a:lnTo>
                  <a:lnTo>
                    <a:pt x="2659345" y="0"/>
                  </a:lnTo>
                  <a:lnTo>
                    <a:pt x="2691312" y="0"/>
                  </a:lnTo>
                  <a:lnTo>
                    <a:pt x="2691312" y="0"/>
                  </a:lnTo>
                  <a:lnTo>
                    <a:pt x="2723406" y="0"/>
                  </a:lnTo>
                  <a:lnTo>
                    <a:pt x="2723406" y="0"/>
                  </a:lnTo>
                  <a:lnTo>
                    <a:pt x="2755372" y="0"/>
                  </a:lnTo>
                  <a:lnTo>
                    <a:pt x="2755372" y="0"/>
                  </a:lnTo>
                  <a:lnTo>
                    <a:pt x="2787467" y="0"/>
                  </a:lnTo>
                  <a:lnTo>
                    <a:pt x="2787467" y="0"/>
                  </a:lnTo>
                  <a:lnTo>
                    <a:pt x="2819560" y="0"/>
                  </a:lnTo>
                  <a:lnTo>
                    <a:pt x="2819560" y="0"/>
                  </a:lnTo>
                  <a:lnTo>
                    <a:pt x="2851527" y="0"/>
                  </a:lnTo>
                  <a:lnTo>
                    <a:pt x="2851527" y="0"/>
                  </a:lnTo>
                  <a:lnTo>
                    <a:pt x="2883621" y="0"/>
                  </a:lnTo>
                  <a:lnTo>
                    <a:pt x="2883621" y="0"/>
                  </a:lnTo>
                </a:path>
              </a:pathLst>
            </a:custGeom>
            <a:noFill/>
            <a:ln w="27121" cap="flat">
              <a:solidFill>
                <a:srgbClr val="8C8C8C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Freeform 199">
              <a:extLst>
                <a:ext uri="{FF2B5EF4-FFF2-40B4-BE49-F238E27FC236}">
                  <a16:creationId xmlns:a16="http://schemas.microsoft.com/office/drawing/2014/main" id="{B42FC74F-C43F-B1C3-A012-8CFD8FFCEEAD}"/>
                </a:ext>
              </a:extLst>
            </p:cNvPr>
            <p:cNvSpPr/>
            <p:nvPr/>
          </p:nvSpPr>
          <p:spPr>
            <a:xfrm>
              <a:off x="4879502" y="3734580"/>
              <a:ext cx="2883621" cy="1328844"/>
            </a:xfrm>
            <a:custGeom>
              <a:avLst/>
              <a:gdLst>
                <a:gd name="csX0" fmla="*/ 0 w 2883621"/>
                <a:gd name="csY0" fmla="*/ 1328844 h 1328844"/>
                <a:gd name="csX1" fmla="*/ 32094 w 2883621"/>
                <a:gd name="csY1" fmla="*/ 1328844 h 1328844"/>
                <a:gd name="csX2" fmla="*/ 32094 w 2883621"/>
                <a:gd name="csY2" fmla="*/ 1328844 h 1328844"/>
                <a:gd name="csX3" fmla="*/ 64188 w 2883621"/>
                <a:gd name="csY3" fmla="*/ 1328844 h 1328844"/>
                <a:gd name="csX4" fmla="*/ 64188 w 2883621"/>
                <a:gd name="csY4" fmla="*/ 1328844 h 1328844"/>
                <a:gd name="csX5" fmla="*/ 96155 w 2883621"/>
                <a:gd name="csY5" fmla="*/ 1328844 h 1328844"/>
                <a:gd name="csX6" fmla="*/ 96155 w 2883621"/>
                <a:gd name="csY6" fmla="*/ 1280194 h 1328844"/>
                <a:gd name="csX7" fmla="*/ 128249 w 2883621"/>
                <a:gd name="csY7" fmla="*/ 1280194 h 1328844"/>
                <a:gd name="csX8" fmla="*/ 128249 w 2883621"/>
                <a:gd name="csY8" fmla="*/ 1280194 h 1328844"/>
                <a:gd name="csX9" fmla="*/ 160216 w 2883621"/>
                <a:gd name="csY9" fmla="*/ 1280194 h 1328844"/>
                <a:gd name="csX10" fmla="*/ 160216 w 2883621"/>
                <a:gd name="csY10" fmla="*/ 1280194 h 1328844"/>
                <a:gd name="csX11" fmla="*/ 192309 w 2883621"/>
                <a:gd name="csY11" fmla="*/ 1280194 h 1328844"/>
                <a:gd name="csX12" fmla="*/ 192309 w 2883621"/>
                <a:gd name="csY12" fmla="*/ 1280194 h 1328844"/>
                <a:gd name="csX13" fmla="*/ 224276 w 2883621"/>
                <a:gd name="csY13" fmla="*/ 1280194 h 1328844"/>
                <a:gd name="csX14" fmla="*/ 224276 w 2883621"/>
                <a:gd name="csY14" fmla="*/ 1280194 h 1328844"/>
                <a:gd name="csX15" fmla="*/ 256370 w 2883621"/>
                <a:gd name="csY15" fmla="*/ 1280194 h 1328844"/>
                <a:gd name="csX16" fmla="*/ 256370 w 2883621"/>
                <a:gd name="csY16" fmla="*/ 1280194 h 1328844"/>
                <a:gd name="csX17" fmla="*/ 288464 w 2883621"/>
                <a:gd name="csY17" fmla="*/ 1280194 h 1328844"/>
                <a:gd name="csX18" fmla="*/ 288464 w 2883621"/>
                <a:gd name="csY18" fmla="*/ 1280194 h 1328844"/>
                <a:gd name="csX19" fmla="*/ 320431 w 2883621"/>
                <a:gd name="csY19" fmla="*/ 1280194 h 1328844"/>
                <a:gd name="csX20" fmla="*/ 320431 w 2883621"/>
                <a:gd name="csY20" fmla="*/ 1229506 h 1328844"/>
                <a:gd name="csX21" fmla="*/ 352525 w 2883621"/>
                <a:gd name="csY21" fmla="*/ 1229506 h 1328844"/>
                <a:gd name="csX22" fmla="*/ 352525 w 2883621"/>
                <a:gd name="csY22" fmla="*/ 1179709 h 1328844"/>
                <a:gd name="csX23" fmla="*/ 384491 w 2883621"/>
                <a:gd name="csY23" fmla="*/ 1179709 h 1328844"/>
                <a:gd name="csX24" fmla="*/ 384491 w 2883621"/>
                <a:gd name="csY24" fmla="*/ 1137936 h 1328844"/>
                <a:gd name="csX25" fmla="*/ 416586 w 2883621"/>
                <a:gd name="csY25" fmla="*/ 1137936 h 1328844"/>
                <a:gd name="csX26" fmla="*/ 416586 w 2883621"/>
                <a:gd name="csY26" fmla="*/ 1088394 h 1328844"/>
                <a:gd name="csX27" fmla="*/ 448552 w 2883621"/>
                <a:gd name="csY27" fmla="*/ 1088394 h 1328844"/>
                <a:gd name="csX28" fmla="*/ 448552 w 2883621"/>
                <a:gd name="csY28" fmla="*/ 1088394 h 1328844"/>
                <a:gd name="csX29" fmla="*/ 480646 w 2883621"/>
                <a:gd name="csY29" fmla="*/ 1088394 h 1328844"/>
                <a:gd name="csX30" fmla="*/ 480646 w 2883621"/>
                <a:gd name="csY30" fmla="*/ 1088394 h 1328844"/>
                <a:gd name="csX31" fmla="*/ 512740 w 2883621"/>
                <a:gd name="csY31" fmla="*/ 1088394 h 1328844"/>
                <a:gd name="csX32" fmla="*/ 512740 w 2883621"/>
                <a:gd name="csY32" fmla="*/ 1088394 h 1328844"/>
                <a:gd name="csX33" fmla="*/ 544707 w 2883621"/>
                <a:gd name="csY33" fmla="*/ 1088394 h 1328844"/>
                <a:gd name="csX34" fmla="*/ 544707 w 2883621"/>
                <a:gd name="csY34" fmla="*/ 1088394 h 1328844"/>
                <a:gd name="csX35" fmla="*/ 576801 w 2883621"/>
                <a:gd name="csY35" fmla="*/ 1088394 h 1328844"/>
                <a:gd name="csX36" fmla="*/ 576801 w 2883621"/>
                <a:gd name="csY36" fmla="*/ 1043182 h 1328844"/>
                <a:gd name="csX37" fmla="*/ 608768 w 2883621"/>
                <a:gd name="csY37" fmla="*/ 1043182 h 1328844"/>
                <a:gd name="csX38" fmla="*/ 608768 w 2883621"/>
                <a:gd name="csY38" fmla="*/ 1043182 h 1328844"/>
                <a:gd name="csX39" fmla="*/ 640861 w 2883621"/>
                <a:gd name="csY39" fmla="*/ 1043182 h 1328844"/>
                <a:gd name="csX40" fmla="*/ 640861 w 2883621"/>
                <a:gd name="csY40" fmla="*/ 1043182 h 1328844"/>
                <a:gd name="csX41" fmla="*/ 672828 w 2883621"/>
                <a:gd name="csY41" fmla="*/ 1043182 h 1328844"/>
                <a:gd name="csX42" fmla="*/ 672828 w 2883621"/>
                <a:gd name="csY42" fmla="*/ 919137 h 1328844"/>
                <a:gd name="csX43" fmla="*/ 704922 w 2883621"/>
                <a:gd name="csY43" fmla="*/ 919137 h 1328844"/>
                <a:gd name="csX44" fmla="*/ 704922 w 2883621"/>
                <a:gd name="csY44" fmla="*/ 919137 h 1328844"/>
                <a:gd name="csX45" fmla="*/ 737016 w 2883621"/>
                <a:gd name="csY45" fmla="*/ 919137 h 1328844"/>
                <a:gd name="csX46" fmla="*/ 737016 w 2883621"/>
                <a:gd name="csY46" fmla="*/ 862590 h 1328844"/>
                <a:gd name="csX47" fmla="*/ 768983 w 2883621"/>
                <a:gd name="csY47" fmla="*/ 862590 h 1328844"/>
                <a:gd name="csX48" fmla="*/ 768983 w 2883621"/>
                <a:gd name="csY48" fmla="*/ 862590 h 1328844"/>
                <a:gd name="csX49" fmla="*/ 801077 w 2883621"/>
                <a:gd name="csY49" fmla="*/ 862590 h 1328844"/>
                <a:gd name="csX50" fmla="*/ 801077 w 2883621"/>
                <a:gd name="csY50" fmla="*/ 862590 h 1328844"/>
                <a:gd name="csX51" fmla="*/ 833043 w 2883621"/>
                <a:gd name="csY51" fmla="*/ 862590 h 1328844"/>
                <a:gd name="csX52" fmla="*/ 833043 w 2883621"/>
                <a:gd name="csY52" fmla="*/ 862590 h 1328844"/>
                <a:gd name="csX53" fmla="*/ 865138 w 2883621"/>
                <a:gd name="csY53" fmla="*/ 862590 h 1328844"/>
                <a:gd name="csX54" fmla="*/ 865138 w 2883621"/>
                <a:gd name="csY54" fmla="*/ 862590 h 1328844"/>
                <a:gd name="csX55" fmla="*/ 897104 w 2883621"/>
                <a:gd name="csY55" fmla="*/ 862590 h 1328844"/>
                <a:gd name="csX56" fmla="*/ 897104 w 2883621"/>
                <a:gd name="csY56" fmla="*/ 862590 h 1328844"/>
                <a:gd name="csX57" fmla="*/ 929198 w 2883621"/>
                <a:gd name="csY57" fmla="*/ 862590 h 1328844"/>
                <a:gd name="csX58" fmla="*/ 929198 w 2883621"/>
                <a:gd name="csY58" fmla="*/ 790251 h 1328844"/>
                <a:gd name="csX59" fmla="*/ 961165 w 2883621"/>
                <a:gd name="csY59" fmla="*/ 790251 h 1328844"/>
                <a:gd name="csX60" fmla="*/ 961165 w 2883621"/>
                <a:gd name="csY60" fmla="*/ 790251 h 1328844"/>
                <a:gd name="csX61" fmla="*/ 993259 w 2883621"/>
                <a:gd name="csY61" fmla="*/ 790251 h 1328844"/>
                <a:gd name="csX62" fmla="*/ 993259 w 2883621"/>
                <a:gd name="csY62" fmla="*/ 790251 h 1328844"/>
                <a:gd name="csX63" fmla="*/ 1025353 w 2883621"/>
                <a:gd name="csY63" fmla="*/ 790251 h 1328844"/>
                <a:gd name="csX64" fmla="*/ 1025353 w 2883621"/>
                <a:gd name="csY64" fmla="*/ 725044 h 1328844"/>
                <a:gd name="csX65" fmla="*/ 1057319 w 2883621"/>
                <a:gd name="csY65" fmla="*/ 725044 h 1328844"/>
                <a:gd name="csX66" fmla="*/ 1057319 w 2883621"/>
                <a:gd name="csY66" fmla="*/ 588772 h 1328844"/>
                <a:gd name="csX67" fmla="*/ 1089413 w 2883621"/>
                <a:gd name="csY67" fmla="*/ 588772 h 1328844"/>
                <a:gd name="csX68" fmla="*/ 1089413 w 2883621"/>
                <a:gd name="csY68" fmla="*/ 456321 h 1328844"/>
                <a:gd name="csX69" fmla="*/ 1121380 w 2883621"/>
                <a:gd name="csY69" fmla="*/ 456321 h 1328844"/>
                <a:gd name="csX70" fmla="*/ 1121380 w 2883621"/>
                <a:gd name="csY70" fmla="*/ 456321 h 1328844"/>
                <a:gd name="csX71" fmla="*/ 1153474 w 2883621"/>
                <a:gd name="csY71" fmla="*/ 456321 h 1328844"/>
                <a:gd name="csX72" fmla="*/ 1153474 w 2883621"/>
                <a:gd name="csY72" fmla="*/ 456321 h 1328844"/>
                <a:gd name="csX73" fmla="*/ 1185441 w 2883621"/>
                <a:gd name="csY73" fmla="*/ 456321 h 1328844"/>
                <a:gd name="csX74" fmla="*/ 1185441 w 2883621"/>
                <a:gd name="csY74" fmla="*/ 456321 h 1328844"/>
                <a:gd name="csX75" fmla="*/ 1217535 w 2883621"/>
                <a:gd name="csY75" fmla="*/ 456321 h 1328844"/>
                <a:gd name="csX76" fmla="*/ 1217535 w 2883621"/>
                <a:gd name="csY76" fmla="*/ 456321 h 1328844"/>
                <a:gd name="csX77" fmla="*/ 1249629 w 2883621"/>
                <a:gd name="csY77" fmla="*/ 456321 h 1328844"/>
                <a:gd name="csX78" fmla="*/ 1249629 w 2883621"/>
                <a:gd name="csY78" fmla="*/ 456321 h 1328844"/>
                <a:gd name="csX79" fmla="*/ 1281595 w 2883621"/>
                <a:gd name="csY79" fmla="*/ 456321 h 1328844"/>
                <a:gd name="csX80" fmla="*/ 1281595 w 2883621"/>
                <a:gd name="csY80" fmla="*/ 456321 h 1328844"/>
                <a:gd name="csX81" fmla="*/ 1313690 w 2883621"/>
                <a:gd name="csY81" fmla="*/ 456321 h 1328844"/>
                <a:gd name="csX82" fmla="*/ 1313690 w 2883621"/>
                <a:gd name="csY82" fmla="*/ 456321 h 1328844"/>
                <a:gd name="csX83" fmla="*/ 1345656 w 2883621"/>
                <a:gd name="csY83" fmla="*/ 456321 h 1328844"/>
                <a:gd name="csX84" fmla="*/ 1345656 w 2883621"/>
                <a:gd name="csY84" fmla="*/ 456321 h 1328844"/>
                <a:gd name="csX85" fmla="*/ 1377750 w 2883621"/>
                <a:gd name="csY85" fmla="*/ 456321 h 1328844"/>
                <a:gd name="csX86" fmla="*/ 1377750 w 2883621"/>
                <a:gd name="csY86" fmla="*/ 456321 h 1328844"/>
                <a:gd name="csX87" fmla="*/ 1409717 w 2883621"/>
                <a:gd name="csY87" fmla="*/ 456321 h 1328844"/>
                <a:gd name="csX88" fmla="*/ 1409717 w 2883621"/>
                <a:gd name="csY88" fmla="*/ 456321 h 1328844"/>
                <a:gd name="csX89" fmla="*/ 1441811 w 2883621"/>
                <a:gd name="csY89" fmla="*/ 456321 h 1328844"/>
                <a:gd name="csX90" fmla="*/ 1441811 w 2883621"/>
                <a:gd name="csY90" fmla="*/ 387930 h 1328844"/>
                <a:gd name="csX91" fmla="*/ 1473905 w 2883621"/>
                <a:gd name="csY91" fmla="*/ 387930 h 1328844"/>
                <a:gd name="csX92" fmla="*/ 1473905 w 2883621"/>
                <a:gd name="csY92" fmla="*/ 315718 h 1328844"/>
                <a:gd name="csX93" fmla="*/ 1505871 w 2883621"/>
                <a:gd name="csY93" fmla="*/ 315718 h 1328844"/>
                <a:gd name="csX94" fmla="*/ 1505871 w 2883621"/>
                <a:gd name="csY94" fmla="*/ 315718 h 1328844"/>
                <a:gd name="csX95" fmla="*/ 1537965 w 2883621"/>
                <a:gd name="csY95" fmla="*/ 315718 h 1328844"/>
                <a:gd name="csX96" fmla="*/ 1537965 w 2883621"/>
                <a:gd name="csY96" fmla="*/ 315718 h 1328844"/>
                <a:gd name="csX97" fmla="*/ 1569932 w 2883621"/>
                <a:gd name="csY97" fmla="*/ 315718 h 1328844"/>
                <a:gd name="csX98" fmla="*/ 1569932 w 2883621"/>
                <a:gd name="csY98" fmla="*/ 315718 h 1328844"/>
                <a:gd name="csX99" fmla="*/ 1602026 w 2883621"/>
                <a:gd name="csY99" fmla="*/ 315718 h 1328844"/>
                <a:gd name="csX100" fmla="*/ 1602026 w 2883621"/>
                <a:gd name="csY100" fmla="*/ 315718 h 1328844"/>
                <a:gd name="csX101" fmla="*/ 1633993 w 2883621"/>
                <a:gd name="csY101" fmla="*/ 315718 h 1328844"/>
                <a:gd name="csX102" fmla="*/ 1633993 w 2883621"/>
                <a:gd name="csY102" fmla="*/ 315718 h 1328844"/>
                <a:gd name="csX103" fmla="*/ 1666087 w 2883621"/>
                <a:gd name="csY103" fmla="*/ 315718 h 1328844"/>
                <a:gd name="csX104" fmla="*/ 1666087 w 2883621"/>
                <a:gd name="csY104" fmla="*/ 315718 h 1328844"/>
                <a:gd name="csX105" fmla="*/ 1698180 w 2883621"/>
                <a:gd name="csY105" fmla="*/ 315718 h 1328844"/>
                <a:gd name="csX106" fmla="*/ 1698180 w 2883621"/>
                <a:gd name="csY106" fmla="*/ 315718 h 1328844"/>
                <a:gd name="csX107" fmla="*/ 1730147 w 2883621"/>
                <a:gd name="csY107" fmla="*/ 315718 h 1328844"/>
                <a:gd name="csX108" fmla="*/ 1730147 w 2883621"/>
                <a:gd name="csY108" fmla="*/ 315718 h 1328844"/>
                <a:gd name="csX109" fmla="*/ 1762241 w 2883621"/>
                <a:gd name="csY109" fmla="*/ 315718 h 1328844"/>
                <a:gd name="csX110" fmla="*/ 1762241 w 2883621"/>
                <a:gd name="csY110" fmla="*/ 210776 h 1328844"/>
                <a:gd name="csX111" fmla="*/ 1794208 w 2883621"/>
                <a:gd name="csY111" fmla="*/ 210776 h 1328844"/>
                <a:gd name="csX112" fmla="*/ 1794208 w 2883621"/>
                <a:gd name="csY112" fmla="*/ 210776 h 1328844"/>
                <a:gd name="csX113" fmla="*/ 1826302 w 2883621"/>
                <a:gd name="csY113" fmla="*/ 210776 h 1328844"/>
                <a:gd name="csX114" fmla="*/ 1826302 w 2883621"/>
                <a:gd name="csY114" fmla="*/ 210776 h 1328844"/>
                <a:gd name="csX115" fmla="*/ 1858268 w 2883621"/>
                <a:gd name="csY115" fmla="*/ 210776 h 1328844"/>
                <a:gd name="csX116" fmla="*/ 1858268 w 2883621"/>
                <a:gd name="csY116" fmla="*/ 210776 h 1328844"/>
                <a:gd name="csX117" fmla="*/ 1890363 w 2883621"/>
                <a:gd name="csY117" fmla="*/ 210776 h 1328844"/>
                <a:gd name="csX118" fmla="*/ 1890363 w 2883621"/>
                <a:gd name="csY118" fmla="*/ 210776 h 1328844"/>
                <a:gd name="csX119" fmla="*/ 1922457 w 2883621"/>
                <a:gd name="csY119" fmla="*/ 210776 h 1328844"/>
                <a:gd name="csX120" fmla="*/ 1922457 w 2883621"/>
                <a:gd name="csY120" fmla="*/ 210776 h 1328844"/>
                <a:gd name="csX121" fmla="*/ 1954423 w 2883621"/>
                <a:gd name="csY121" fmla="*/ 210776 h 1328844"/>
                <a:gd name="csX122" fmla="*/ 1954423 w 2883621"/>
                <a:gd name="csY122" fmla="*/ 210776 h 1328844"/>
                <a:gd name="csX123" fmla="*/ 1986517 w 2883621"/>
                <a:gd name="csY123" fmla="*/ 210776 h 1328844"/>
                <a:gd name="csX124" fmla="*/ 1986517 w 2883621"/>
                <a:gd name="csY124" fmla="*/ 115895 h 1328844"/>
                <a:gd name="csX125" fmla="*/ 2018484 w 2883621"/>
                <a:gd name="csY125" fmla="*/ 115895 h 1328844"/>
                <a:gd name="csX126" fmla="*/ 2018484 w 2883621"/>
                <a:gd name="csY126" fmla="*/ 115895 h 1328844"/>
                <a:gd name="csX127" fmla="*/ 2050578 w 2883621"/>
                <a:gd name="csY127" fmla="*/ 115895 h 1328844"/>
                <a:gd name="csX128" fmla="*/ 2050578 w 2883621"/>
                <a:gd name="csY128" fmla="*/ 115895 h 1328844"/>
                <a:gd name="csX129" fmla="*/ 2082545 w 2883621"/>
                <a:gd name="csY129" fmla="*/ 115895 h 1328844"/>
                <a:gd name="csX130" fmla="*/ 2082545 w 2883621"/>
                <a:gd name="csY130" fmla="*/ 115895 h 1328844"/>
                <a:gd name="csX131" fmla="*/ 2114639 w 2883621"/>
                <a:gd name="csY131" fmla="*/ 115895 h 1328844"/>
                <a:gd name="csX132" fmla="*/ 2114639 w 2883621"/>
                <a:gd name="csY132" fmla="*/ 115895 h 1328844"/>
                <a:gd name="csX133" fmla="*/ 2146732 w 2883621"/>
                <a:gd name="csY133" fmla="*/ 115895 h 1328844"/>
                <a:gd name="csX134" fmla="*/ 2146732 w 2883621"/>
                <a:gd name="csY134" fmla="*/ 115895 h 1328844"/>
                <a:gd name="csX135" fmla="*/ 2178699 w 2883621"/>
                <a:gd name="csY135" fmla="*/ 115895 h 1328844"/>
                <a:gd name="csX136" fmla="*/ 2178699 w 2883621"/>
                <a:gd name="csY136" fmla="*/ 115895 h 1328844"/>
                <a:gd name="csX137" fmla="*/ 2210793 w 2883621"/>
                <a:gd name="csY137" fmla="*/ 115895 h 1328844"/>
                <a:gd name="csX138" fmla="*/ 2210793 w 2883621"/>
                <a:gd name="csY138" fmla="*/ 115895 h 1328844"/>
                <a:gd name="csX139" fmla="*/ 2242760 w 2883621"/>
                <a:gd name="csY139" fmla="*/ 115895 h 1328844"/>
                <a:gd name="csX140" fmla="*/ 2242760 w 2883621"/>
                <a:gd name="csY140" fmla="*/ 115895 h 1328844"/>
                <a:gd name="csX141" fmla="*/ 2274854 w 2883621"/>
                <a:gd name="csY141" fmla="*/ 115895 h 1328844"/>
                <a:gd name="csX142" fmla="*/ 2274854 w 2883621"/>
                <a:gd name="csY142" fmla="*/ 0 h 1328844"/>
                <a:gd name="csX143" fmla="*/ 2306821 w 2883621"/>
                <a:gd name="csY143" fmla="*/ 0 h 1328844"/>
                <a:gd name="csX144" fmla="*/ 2306821 w 2883621"/>
                <a:gd name="csY144" fmla="*/ 0 h 1328844"/>
                <a:gd name="csX145" fmla="*/ 2338914 w 2883621"/>
                <a:gd name="csY145" fmla="*/ 0 h 1328844"/>
                <a:gd name="csX146" fmla="*/ 2338914 w 2883621"/>
                <a:gd name="csY146" fmla="*/ 0 h 1328844"/>
                <a:gd name="csX147" fmla="*/ 2371009 w 2883621"/>
                <a:gd name="csY147" fmla="*/ 0 h 1328844"/>
                <a:gd name="csX148" fmla="*/ 2371009 w 2883621"/>
                <a:gd name="csY148" fmla="*/ 0 h 1328844"/>
                <a:gd name="csX149" fmla="*/ 2402975 w 2883621"/>
                <a:gd name="csY149" fmla="*/ 0 h 1328844"/>
                <a:gd name="csX150" fmla="*/ 2402975 w 2883621"/>
                <a:gd name="csY150" fmla="*/ 0 h 1328844"/>
                <a:gd name="csX151" fmla="*/ 2435069 w 2883621"/>
                <a:gd name="csY151" fmla="*/ 0 h 1328844"/>
                <a:gd name="csX152" fmla="*/ 2435069 w 2883621"/>
                <a:gd name="csY152" fmla="*/ 0 h 1328844"/>
                <a:gd name="csX153" fmla="*/ 2467036 w 2883621"/>
                <a:gd name="csY153" fmla="*/ 0 h 1328844"/>
                <a:gd name="csX154" fmla="*/ 2467036 w 2883621"/>
                <a:gd name="csY154" fmla="*/ 0 h 1328844"/>
                <a:gd name="csX155" fmla="*/ 2499130 w 2883621"/>
                <a:gd name="csY155" fmla="*/ 0 h 1328844"/>
                <a:gd name="csX156" fmla="*/ 2499130 w 2883621"/>
                <a:gd name="csY156" fmla="*/ 0 h 1328844"/>
                <a:gd name="csX157" fmla="*/ 2531097 w 2883621"/>
                <a:gd name="csY157" fmla="*/ 0 h 1328844"/>
                <a:gd name="csX158" fmla="*/ 2531097 w 2883621"/>
                <a:gd name="csY158" fmla="*/ 0 h 1328844"/>
                <a:gd name="csX159" fmla="*/ 2563191 w 2883621"/>
                <a:gd name="csY159" fmla="*/ 0 h 1328844"/>
                <a:gd name="csX160" fmla="*/ 2563191 w 2883621"/>
                <a:gd name="csY160" fmla="*/ 0 h 1328844"/>
                <a:gd name="csX161" fmla="*/ 2595284 w 2883621"/>
                <a:gd name="csY161" fmla="*/ 0 h 1328844"/>
                <a:gd name="csX162" fmla="*/ 2595284 w 2883621"/>
                <a:gd name="csY162" fmla="*/ 0 h 1328844"/>
                <a:gd name="csX163" fmla="*/ 2627251 w 2883621"/>
                <a:gd name="csY163" fmla="*/ 0 h 1328844"/>
                <a:gd name="csX164" fmla="*/ 2627251 w 2883621"/>
                <a:gd name="csY164" fmla="*/ 0 h 1328844"/>
                <a:gd name="csX165" fmla="*/ 2659345 w 2883621"/>
                <a:gd name="csY165" fmla="*/ 0 h 1328844"/>
                <a:gd name="csX166" fmla="*/ 2659345 w 2883621"/>
                <a:gd name="csY166" fmla="*/ 0 h 1328844"/>
                <a:gd name="csX167" fmla="*/ 2691312 w 2883621"/>
                <a:gd name="csY167" fmla="*/ 0 h 1328844"/>
                <a:gd name="csX168" fmla="*/ 2691312 w 2883621"/>
                <a:gd name="csY168" fmla="*/ 0 h 1328844"/>
                <a:gd name="csX169" fmla="*/ 2723406 w 2883621"/>
                <a:gd name="csY169" fmla="*/ 0 h 1328844"/>
                <a:gd name="csX170" fmla="*/ 2723406 w 2883621"/>
                <a:gd name="csY170" fmla="*/ 0 h 1328844"/>
                <a:gd name="csX171" fmla="*/ 2755372 w 2883621"/>
                <a:gd name="csY171" fmla="*/ 0 h 1328844"/>
                <a:gd name="csX172" fmla="*/ 2755372 w 2883621"/>
                <a:gd name="csY172" fmla="*/ 0 h 1328844"/>
                <a:gd name="csX173" fmla="*/ 2787467 w 2883621"/>
                <a:gd name="csY173" fmla="*/ 0 h 1328844"/>
                <a:gd name="csX174" fmla="*/ 2787467 w 2883621"/>
                <a:gd name="csY174" fmla="*/ 0 h 1328844"/>
                <a:gd name="csX175" fmla="*/ 2819560 w 2883621"/>
                <a:gd name="csY175" fmla="*/ 0 h 1328844"/>
                <a:gd name="csX176" fmla="*/ 2819560 w 2883621"/>
                <a:gd name="csY176" fmla="*/ 0 h 1328844"/>
                <a:gd name="csX177" fmla="*/ 2851527 w 2883621"/>
                <a:gd name="csY177" fmla="*/ 0 h 1328844"/>
                <a:gd name="csX178" fmla="*/ 2851527 w 2883621"/>
                <a:gd name="csY178" fmla="*/ 0 h 1328844"/>
                <a:gd name="csX179" fmla="*/ 2883621 w 2883621"/>
                <a:gd name="csY179" fmla="*/ 0 h 1328844"/>
                <a:gd name="csX180" fmla="*/ 2883621 w 2883621"/>
                <a:gd name="csY180" fmla="*/ 0 h 1328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</a:cxnLst>
              <a:rect l="l" t="t" r="r" b="b"/>
              <a:pathLst>
                <a:path w="2883621" h="1328844">
                  <a:moveTo>
                    <a:pt x="0" y="1328844"/>
                  </a:moveTo>
                  <a:lnTo>
                    <a:pt x="32094" y="1328844"/>
                  </a:lnTo>
                  <a:lnTo>
                    <a:pt x="32094" y="1328844"/>
                  </a:lnTo>
                  <a:lnTo>
                    <a:pt x="64188" y="1328844"/>
                  </a:lnTo>
                  <a:lnTo>
                    <a:pt x="64188" y="1328844"/>
                  </a:lnTo>
                  <a:lnTo>
                    <a:pt x="96155" y="1328844"/>
                  </a:lnTo>
                  <a:lnTo>
                    <a:pt x="96155" y="1280194"/>
                  </a:lnTo>
                  <a:lnTo>
                    <a:pt x="128249" y="1280194"/>
                  </a:lnTo>
                  <a:lnTo>
                    <a:pt x="128249" y="1280194"/>
                  </a:lnTo>
                  <a:lnTo>
                    <a:pt x="160216" y="1280194"/>
                  </a:lnTo>
                  <a:lnTo>
                    <a:pt x="160216" y="1280194"/>
                  </a:lnTo>
                  <a:lnTo>
                    <a:pt x="192309" y="1280194"/>
                  </a:lnTo>
                  <a:lnTo>
                    <a:pt x="192309" y="1280194"/>
                  </a:lnTo>
                  <a:lnTo>
                    <a:pt x="224276" y="1280194"/>
                  </a:lnTo>
                  <a:lnTo>
                    <a:pt x="224276" y="1280194"/>
                  </a:lnTo>
                  <a:lnTo>
                    <a:pt x="256370" y="1280194"/>
                  </a:lnTo>
                  <a:lnTo>
                    <a:pt x="256370" y="1280194"/>
                  </a:lnTo>
                  <a:lnTo>
                    <a:pt x="288464" y="1280194"/>
                  </a:lnTo>
                  <a:lnTo>
                    <a:pt x="288464" y="1280194"/>
                  </a:lnTo>
                  <a:lnTo>
                    <a:pt x="320431" y="1280194"/>
                  </a:lnTo>
                  <a:lnTo>
                    <a:pt x="320431" y="1229506"/>
                  </a:lnTo>
                  <a:lnTo>
                    <a:pt x="352525" y="1229506"/>
                  </a:lnTo>
                  <a:lnTo>
                    <a:pt x="352525" y="1179709"/>
                  </a:lnTo>
                  <a:lnTo>
                    <a:pt x="384491" y="1179709"/>
                  </a:lnTo>
                  <a:lnTo>
                    <a:pt x="384491" y="1137936"/>
                  </a:lnTo>
                  <a:lnTo>
                    <a:pt x="416586" y="1137936"/>
                  </a:lnTo>
                  <a:lnTo>
                    <a:pt x="416586" y="1088394"/>
                  </a:lnTo>
                  <a:lnTo>
                    <a:pt x="448552" y="1088394"/>
                  </a:lnTo>
                  <a:lnTo>
                    <a:pt x="448552" y="1088394"/>
                  </a:lnTo>
                  <a:lnTo>
                    <a:pt x="480646" y="1088394"/>
                  </a:lnTo>
                  <a:lnTo>
                    <a:pt x="480646" y="1088394"/>
                  </a:lnTo>
                  <a:lnTo>
                    <a:pt x="512740" y="1088394"/>
                  </a:lnTo>
                  <a:lnTo>
                    <a:pt x="512740" y="1088394"/>
                  </a:lnTo>
                  <a:lnTo>
                    <a:pt x="544707" y="1088394"/>
                  </a:lnTo>
                  <a:lnTo>
                    <a:pt x="544707" y="1088394"/>
                  </a:lnTo>
                  <a:lnTo>
                    <a:pt x="576801" y="1088394"/>
                  </a:lnTo>
                  <a:lnTo>
                    <a:pt x="576801" y="1043182"/>
                  </a:lnTo>
                  <a:lnTo>
                    <a:pt x="608768" y="1043182"/>
                  </a:lnTo>
                  <a:lnTo>
                    <a:pt x="608768" y="1043182"/>
                  </a:lnTo>
                  <a:lnTo>
                    <a:pt x="640861" y="1043182"/>
                  </a:lnTo>
                  <a:lnTo>
                    <a:pt x="640861" y="1043182"/>
                  </a:lnTo>
                  <a:lnTo>
                    <a:pt x="672828" y="1043182"/>
                  </a:lnTo>
                  <a:lnTo>
                    <a:pt x="672828" y="919137"/>
                  </a:lnTo>
                  <a:lnTo>
                    <a:pt x="704922" y="919137"/>
                  </a:lnTo>
                  <a:lnTo>
                    <a:pt x="704922" y="919137"/>
                  </a:lnTo>
                  <a:lnTo>
                    <a:pt x="737016" y="919137"/>
                  </a:lnTo>
                  <a:lnTo>
                    <a:pt x="737016" y="862590"/>
                  </a:lnTo>
                  <a:lnTo>
                    <a:pt x="768983" y="862590"/>
                  </a:lnTo>
                  <a:lnTo>
                    <a:pt x="768983" y="862590"/>
                  </a:lnTo>
                  <a:lnTo>
                    <a:pt x="801077" y="862590"/>
                  </a:lnTo>
                  <a:lnTo>
                    <a:pt x="801077" y="862590"/>
                  </a:lnTo>
                  <a:lnTo>
                    <a:pt x="833043" y="862590"/>
                  </a:lnTo>
                  <a:lnTo>
                    <a:pt x="833043" y="862590"/>
                  </a:lnTo>
                  <a:lnTo>
                    <a:pt x="865138" y="862590"/>
                  </a:lnTo>
                  <a:lnTo>
                    <a:pt x="865138" y="862590"/>
                  </a:lnTo>
                  <a:lnTo>
                    <a:pt x="897104" y="862590"/>
                  </a:lnTo>
                  <a:lnTo>
                    <a:pt x="897104" y="862590"/>
                  </a:lnTo>
                  <a:lnTo>
                    <a:pt x="929198" y="862590"/>
                  </a:lnTo>
                  <a:lnTo>
                    <a:pt x="929198" y="790251"/>
                  </a:lnTo>
                  <a:lnTo>
                    <a:pt x="961165" y="790251"/>
                  </a:lnTo>
                  <a:lnTo>
                    <a:pt x="961165" y="790251"/>
                  </a:lnTo>
                  <a:lnTo>
                    <a:pt x="993259" y="790251"/>
                  </a:lnTo>
                  <a:lnTo>
                    <a:pt x="993259" y="790251"/>
                  </a:lnTo>
                  <a:lnTo>
                    <a:pt x="1025353" y="790251"/>
                  </a:lnTo>
                  <a:lnTo>
                    <a:pt x="1025353" y="725044"/>
                  </a:lnTo>
                  <a:lnTo>
                    <a:pt x="1057319" y="725044"/>
                  </a:lnTo>
                  <a:lnTo>
                    <a:pt x="1057319" y="588772"/>
                  </a:lnTo>
                  <a:lnTo>
                    <a:pt x="1089413" y="588772"/>
                  </a:lnTo>
                  <a:lnTo>
                    <a:pt x="1089413" y="456321"/>
                  </a:lnTo>
                  <a:lnTo>
                    <a:pt x="1121380" y="456321"/>
                  </a:lnTo>
                  <a:lnTo>
                    <a:pt x="1121380" y="456321"/>
                  </a:lnTo>
                  <a:lnTo>
                    <a:pt x="1153474" y="456321"/>
                  </a:lnTo>
                  <a:lnTo>
                    <a:pt x="1153474" y="456321"/>
                  </a:lnTo>
                  <a:lnTo>
                    <a:pt x="1185441" y="456321"/>
                  </a:lnTo>
                  <a:lnTo>
                    <a:pt x="1185441" y="456321"/>
                  </a:lnTo>
                  <a:lnTo>
                    <a:pt x="1217535" y="456321"/>
                  </a:lnTo>
                  <a:lnTo>
                    <a:pt x="1217535" y="456321"/>
                  </a:lnTo>
                  <a:lnTo>
                    <a:pt x="1249629" y="456321"/>
                  </a:lnTo>
                  <a:lnTo>
                    <a:pt x="1249629" y="456321"/>
                  </a:lnTo>
                  <a:lnTo>
                    <a:pt x="1281595" y="456321"/>
                  </a:lnTo>
                  <a:lnTo>
                    <a:pt x="1281595" y="456321"/>
                  </a:lnTo>
                  <a:lnTo>
                    <a:pt x="1313690" y="456321"/>
                  </a:lnTo>
                  <a:lnTo>
                    <a:pt x="1313690" y="456321"/>
                  </a:lnTo>
                  <a:lnTo>
                    <a:pt x="1345656" y="456321"/>
                  </a:lnTo>
                  <a:lnTo>
                    <a:pt x="1345656" y="456321"/>
                  </a:lnTo>
                  <a:lnTo>
                    <a:pt x="1377750" y="456321"/>
                  </a:lnTo>
                  <a:lnTo>
                    <a:pt x="1377750" y="456321"/>
                  </a:lnTo>
                  <a:lnTo>
                    <a:pt x="1409717" y="456321"/>
                  </a:lnTo>
                  <a:lnTo>
                    <a:pt x="1409717" y="456321"/>
                  </a:lnTo>
                  <a:lnTo>
                    <a:pt x="1441811" y="456321"/>
                  </a:lnTo>
                  <a:lnTo>
                    <a:pt x="1441811" y="387930"/>
                  </a:lnTo>
                  <a:lnTo>
                    <a:pt x="1473905" y="387930"/>
                  </a:lnTo>
                  <a:lnTo>
                    <a:pt x="1473905" y="315718"/>
                  </a:lnTo>
                  <a:lnTo>
                    <a:pt x="1505871" y="315718"/>
                  </a:lnTo>
                  <a:lnTo>
                    <a:pt x="1505871" y="315718"/>
                  </a:lnTo>
                  <a:lnTo>
                    <a:pt x="1537965" y="315718"/>
                  </a:lnTo>
                  <a:lnTo>
                    <a:pt x="1537965" y="315718"/>
                  </a:lnTo>
                  <a:lnTo>
                    <a:pt x="1569932" y="315718"/>
                  </a:lnTo>
                  <a:lnTo>
                    <a:pt x="1569932" y="315718"/>
                  </a:lnTo>
                  <a:lnTo>
                    <a:pt x="1602026" y="315718"/>
                  </a:lnTo>
                  <a:lnTo>
                    <a:pt x="1602026" y="315718"/>
                  </a:lnTo>
                  <a:lnTo>
                    <a:pt x="1633993" y="315718"/>
                  </a:lnTo>
                  <a:lnTo>
                    <a:pt x="1633993" y="315718"/>
                  </a:lnTo>
                  <a:lnTo>
                    <a:pt x="1666087" y="315718"/>
                  </a:lnTo>
                  <a:lnTo>
                    <a:pt x="1666087" y="315718"/>
                  </a:lnTo>
                  <a:lnTo>
                    <a:pt x="1698180" y="315718"/>
                  </a:lnTo>
                  <a:lnTo>
                    <a:pt x="1698180" y="315718"/>
                  </a:lnTo>
                  <a:lnTo>
                    <a:pt x="1730147" y="315718"/>
                  </a:lnTo>
                  <a:lnTo>
                    <a:pt x="1730147" y="315718"/>
                  </a:lnTo>
                  <a:lnTo>
                    <a:pt x="1762241" y="315718"/>
                  </a:lnTo>
                  <a:lnTo>
                    <a:pt x="1762241" y="210776"/>
                  </a:lnTo>
                  <a:lnTo>
                    <a:pt x="1794208" y="210776"/>
                  </a:lnTo>
                  <a:lnTo>
                    <a:pt x="1794208" y="210776"/>
                  </a:lnTo>
                  <a:lnTo>
                    <a:pt x="1826302" y="210776"/>
                  </a:lnTo>
                  <a:lnTo>
                    <a:pt x="1826302" y="210776"/>
                  </a:lnTo>
                  <a:lnTo>
                    <a:pt x="1858268" y="210776"/>
                  </a:lnTo>
                  <a:lnTo>
                    <a:pt x="1858268" y="210776"/>
                  </a:lnTo>
                  <a:lnTo>
                    <a:pt x="1890363" y="210776"/>
                  </a:lnTo>
                  <a:lnTo>
                    <a:pt x="1890363" y="210776"/>
                  </a:lnTo>
                  <a:lnTo>
                    <a:pt x="1922457" y="210776"/>
                  </a:lnTo>
                  <a:lnTo>
                    <a:pt x="1922457" y="210776"/>
                  </a:lnTo>
                  <a:lnTo>
                    <a:pt x="1954423" y="210776"/>
                  </a:lnTo>
                  <a:lnTo>
                    <a:pt x="1954423" y="210776"/>
                  </a:lnTo>
                  <a:lnTo>
                    <a:pt x="1986517" y="210776"/>
                  </a:lnTo>
                  <a:lnTo>
                    <a:pt x="1986517" y="115895"/>
                  </a:lnTo>
                  <a:lnTo>
                    <a:pt x="2018484" y="115895"/>
                  </a:lnTo>
                  <a:lnTo>
                    <a:pt x="2018484" y="115895"/>
                  </a:lnTo>
                  <a:lnTo>
                    <a:pt x="2050578" y="115895"/>
                  </a:lnTo>
                  <a:lnTo>
                    <a:pt x="2050578" y="115895"/>
                  </a:lnTo>
                  <a:lnTo>
                    <a:pt x="2082545" y="115895"/>
                  </a:lnTo>
                  <a:lnTo>
                    <a:pt x="2082545" y="115895"/>
                  </a:lnTo>
                  <a:lnTo>
                    <a:pt x="2114639" y="115895"/>
                  </a:lnTo>
                  <a:lnTo>
                    <a:pt x="2114639" y="115895"/>
                  </a:lnTo>
                  <a:lnTo>
                    <a:pt x="2146732" y="115895"/>
                  </a:lnTo>
                  <a:lnTo>
                    <a:pt x="2146732" y="115895"/>
                  </a:lnTo>
                  <a:lnTo>
                    <a:pt x="2178699" y="115895"/>
                  </a:lnTo>
                  <a:lnTo>
                    <a:pt x="2178699" y="115895"/>
                  </a:lnTo>
                  <a:lnTo>
                    <a:pt x="2210793" y="115895"/>
                  </a:lnTo>
                  <a:lnTo>
                    <a:pt x="2210793" y="115895"/>
                  </a:lnTo>
                  <a:lnTo>
                    <a:pt x="2242760" y="115895"/>
                  </a:lnTo>
                  <a:lnTo>
                    <a:pt x="2242760" y="115895"/>
                  </a:lnTo>
                  <a:lnTo>
                    <a:pt x="2274854" y="115895"/>
                  </a:lnTo>
                  <a:lnTo>
                    <a:pt x="2274854" y="0"/>
                  </a:lnTo>
                  <a:lnTo>
                    <a:pt x="2306821" y="0"/>
                  </a:lnTo>
                  <a:lnTo>
                    <a:pt x="2306821" y="0"/>
                  </a:lnTo>
                  <a:lnTo>
                    <a:pt x="2338914" y="0"/>
                  </a:lnTo>
                  <a:lnTo>
                    <a:pt x="2338914" y="0"/>
                  </a:lnTo>
                  <a:lnTo>
                    <a:pt x="2371009" y="0"/>
                  </a:lnTo>
                  <a:lnTo>
                    <a:pt x="2371009" y="0"/>
                  </a:lnTo>
                  <a:lnTo>
                    <a:pt x="2402975" y="0"/>
                  </a:lnTo>
                  <a:lnTo>
                    <a:pt x="2402975" y="0"/>
                  </a:lnTo>
                  <a:lnTo>
                    <a:pt x="2435069" y="0"/>
                  </a:lnTo>
                  <a:lnTo>
                    <a:pt x="2435069" y="0"/>
                  </a:lnTo>
                  <a:lnTo>
                    <a:pt x="2467036" y="0"/>
                  </a:lnTo>
                  <a:lnTo>
                    <a:pt x="2467036" y="0"/>
                  </a:lnTo>
                  <a:lnTo>
                    <a:pt x="2499130" y="0"/>
                  </a:lnTo>
                  <a:lnTo>
                    <a:pt x="2499130" y="0"/>
                  </a:lnTo>
                  <a:lnTo>
                    <a:pt x="2531097" y="0"/>
                  </a:lnTo>
                  <a:lnTo>
                    <a:pt x="2531097" y="0"/>
                  </a:lnTo>
                  <a:lnTo>
                    <a:pt x="2563191" y="0"/>
                  </a:lnTo>
                  <a:lnTo>
                    <a:pt x="2563191" y="0"/>
                  </a:lnTo>
                  <a:lnTo>
                    <a:pt x="2595284" y="0"/>
                  </a:lnTo>
                  <a:lnTo>
                    <a:pt x="2595284" y="0"/>
                  </a:lnTo>
                  <a:lnTo>
                    <a:pt x="2627251" y="0"/>
                  </a:lnTo>
                  <a:lnTo>
                    <a:pt x="2627251" y="0"/>
                  </a:lnTo>
                  <a:lnTo>
                    <a:pt x="2659345" y="0"/>
                  </a:lnTo>
                  <a:lnTo>
                    <a:pt x="2659345" y="0"/>
                  </a:lnTo>
                  <a:lnTo>
                    <a:pt x="2691312" y="0"/>
                  </a:lnTo>
                  <a:lnTo>
                    <a:pt x="2691312" y="0"/>
                  </a:lnTo>
                  <a:lnTo>
                    <a:pt x="2723406" y="0"/>
                  </a:lnTo>
                  <a:lnTo>
                    <a:pt x="2723406" y="0"/>
                  </a:lnTo>
                  <a:lnTo>
                    <a:pt x="2755372" y="0"/>
                  </a:lnTo>
                  <a:lnTo>
                    <a:pt x="2755372" y="0"/>
                  </a:lnTo>
                  <a:lnTo>
                    <a:pt x="2787467" y="0"/>
                  </a:lnTo>
                  <a:lnTo>
                    <a:pt x="2787467" y="0"/>
                  </a:lnTo>
                  <a:lnTo>
                    <a:pt x="2819560" y="0"/>
                  </a:lnTo>
                  <a:lnTo>
                    <a:pt x="2819560" y="0"/>
                  </a:lnTo>
                  <a:lnTo>
                    <a:pt x="2851527" y="0"/>
                  </a:lnTo>
                  <a:lnTo>
                    <a:pt x="2851527" y="0"/>
                  </a:lnTo>
                  <a:lnTo>
                    <a:pt x="2883621" y="0"/>
                  </a:lnTo>
                  <a:lnTo>
                    <a:pt x="2883621" y="0"/>
                  </a:lnTo>
                </a:path>
              </a:pathLst>
            </a:custGeom>
            <a:noFill/>
            <a:ln w="27121" cap="flat">
              <a:solidFill>
                <a:srgbClr val="00468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5FC4115B-D188-5709-9183-5CEE0D204292}"/>
                </a:ext>
              </a:extLst>
            </p:cNvPr>
            <p:cNvSpPr txBox="1"/>
            <p:nvPr/>
          </p:nvSpPr>
          <p:spPr>
            <a:xfrm>
              <a:off x="4852250" y="2344599"/>
              <a:ext cx="1279437" cy="2250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706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Fine-Gray sHR, 1.03</a:t>
              </a: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4672B947-D7D7-3C09-87A7-4E43A5AFD609}"/>
                </a:ext>
              </a:extLst>
            </p:cNvPr>
            <p:cNvSpPr txBox="1"/>
            <p:nvPr/>
          </p:nvSpPr>
          <p:spPr>
            <a:xfrm>
              <a:off x="4852250" y="2488131"/>
              <a:ext cx="1226475" cy="2250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706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(95% CI, 0.52-2.05)</a:t>
              </a:r>
            </a:p>
          </p:txBody>
        </p:sp>
      </p:grpSp>
      <p:sp>
        <p:nvSpPr>
          <p:cNvPr id="204" name="Freeform 203">
            <a:extLst>
              <a:ext uri="{FF2B5EF4-FFF2-40B4-BE49-F238E27FC236}">
                <a16:creationId xmlns:a16="http://schemas.microsoft.com/office/drawing/2014/main" id="{E046354A-9E2F-761A-D931-706B6260D5BE}"/>
              </a:ext>
            </a:extLst>
          </p:cNvPr>
          <p:cNvSpPr/>
          <p:nvPr/>
        </p:nvSpPr>
        <p:spPr>
          <a:xfrm>
            <a:off x="4879502" y="2372368"/>
            <a:ext cx="12735" cy="2691056"/>
          </a:xfrm>
          <a:custGeom>
            <a:avLst/>
            <a:gdLst>
              <a:gd name="csX0" fmla="*/ 0 w 12735"/>
              <a:gd name="csY0" fmla="*/ 2691056 h 2691056"/>
              <a:gd name="csX1" fmla="*/ 0 w 12735"/>
              <a:gd name="csY1" fmla="*/ 0 h 269105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35" h="2691056">
                <a:moveTo>
                  <a:pt x="0" y="2691056"/>
                </a:moveTo>
                <a:lnTo>
                  <a:pt x="0" y="0"/>
                </a:lnTo>
              </a:path>
            </a:pathLst>
          </a:custGeom>
          <a:noFill/>
          <a:ln w="10823" cap="sq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80518ED2-DDB5-779C-37B3-485AF634CF8D}"/>
              </a:ext>
            </a:extLst>
          </p:cNvPr>
          <p:cNvSpPr txBox="1"/>
          <p:nvPr/>
        </p:nvSpPr>
        <p:spPr>
          <a:xfrm>
            <a:off x="4651547" y="4950707"/>
            <a:ext cx="250877" cy="228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2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0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F1A53248-619C-0255-EA83-DC2E3D2B2026}"/>
              </a:ext>
            </a:extLst>
          </p:cNvPr>
          <p:cNvSpPr txBox="1"/>
          <p:nvPr/>
        </p:nvSpPr>
        <p:spPr>
          <a:xfrm>
            <a:off x="4583551" y="4433255"/>
            <a:ext cx="318873" cy="228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2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10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A65EC8CB-4E8F-B671-E48A-D4386704696C}"/>
              </a:ext>
            </a:extLst>
          </p:cNvPr>
          <p:cNvSpPr txBox="1"/>
          <p:nvPr/>
        </p:nvSpPr>
        <p:spPr>
          <a:xfrm>
            <a:off x="4583551" y="3915675"/>
            <a:ext cx="318873" cy="228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2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20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DBDCF37F-CD81-DA9B-C0B8-0A11DF9EB81A}"/>
              </a:ext>
            </a:extLst>
          </p:cNvPr>
          <p:cNvSpPr txBox="1"/>
          <p:nvPr/>
        </p:nvSpPr>
        <p:spPr>
          <a:xfrm>
            <a:off x="4583551" y="3398223"/>
            <a:ext cx="318873" cy="228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2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30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36A5B050-9183-2D02-4846-309750616E52}"/>
              </a:ext>
            </a:extLst>
          </p:cNvPr>
          <p:cNvSpPr txBox="1"/>
          <p:nvPr/>
        </p:nvSpPr>
        <p:spPr>
          <a:xfrm>
            <a:off x="4583551" y="2880771"/>
            <a:ext cx="318873" cy="228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2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40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E1891362-7F7E-20B9-4F2F-D2A4A8C93396}"/>
              </a:ext>
            </a:extLst>
          </p:cNvPr>
          <p:cNvSpPr txBox="1"/>
          <p:nvPr/>
        </p:nvSpPr>
        <p:spPr>
          <a:xfrm>
            <a:off x="4583551" y="2363192"/>
            <a:ext cx="318873" cy="228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2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50</a:t>
            </a:r>
          </a:p>
        </p:txBody>
      </p:sp>
      <p:sp>
        <p:nvSpPr>
          <p:cNvPr id="211" name="Freeform 210">
            <a:extLst>
              <a:ext uri="{FF2B5EF4-FFF2-40B4-BE49-F238E27FC236}">
                <a16:creationId xmlns:a16="http://schemas.microsoft.com/office/drawing/2014/main" id="{3BD0374B-6C7C-F784-1FBB-10E4E33732EE}"/>
              </a:ext>
            </a:extLst>
          </p:cNvPr>
          <p:cNvSpPr/>
          <p:nvPr/>
        </p:nvSpPr>
        <p:spPr>
          <a:xfrm>
            <a:off x="4841550" y="5063425"/>
            <a:ext cx="37952" cy="12735"/>
          </a:xfrm>
          <a:custGeom>
            <a:avLst/>
            <a:gdLst>
              <a:gd name="csX0" fmla="*/ 0 w 37952"/>
              <a:gd name="csY0" fmla="*/ 0 h 12735"/>
              <a:gd name="csX1" fmla="*/ 37952 w 37952"/>
              <a:gd name="csY1" fmla="*/ 0 h 1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952" h="12735">
                <a:moveTo>
                  <a:pt x="0" y="0"/>
                </a:moveTo>
                <a:lnTo>
                  <a:pt x="37952" y="0"/>
                </a:lnTo>
              </a:path>
            </a:pathLst>
          </a:custGeom>
          <a:noFill/>
          <a:ln w="1477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2" name="Freeform 211">
            <a:extLst>
              <a:ext uri="{FF2B5EF4-FFF2-40B4-BE49-F238E27FC236}">
                <a16:creationId xmlns:a16="http://schemas.microsoft.com/office/drawing/2014/main" id="{ABED8405-4A5F-BC7F-2098-802862DEA3E6}"/>
              </a:ext>
            </a:extLst>
          </p:cNvPr>
          <p:cNvSpPr/>
          <p:nvPr/>
        </p:nvSpPr>
        <p:spPr>
          <a:xfrm>
            <a:off x="4841550" y="4545845"/>
            <a:ext cx="37952" cy="12735"/>
          </a:xfrm>
          <a:custGeom>
            <a:avLst/>
            <a:gdLst>
              <a:gd name="csX0" fmla="*/ 0 w 37952"/>
              <a:gd name="csY0" fmla="*/ 0 h 12735"/>
              <a:gd name="csX1" fmla="*/ 37952 w 37952"/>
              <a:gd name="csY1" fmla="*/ 0 h 1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952" h="12735">
                <a:moveTo>
                  <a:pt x="0" y="0"/>
                </a:moveTo>
                <a:lnTo>
                  <a:pt x="37952" y="0"/>
                </a:lnTo>
              </a:path>
            </a:pathLst>
          </a:custGeom>
          <a:noFill/>
          <a:ln w="1477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3" name="Freeform 212">
            <a:extLst>
              <a:ext uri="{FF2B5EF4-FFF2-40B4-BE49-F238E27FC236}">
                <a16:creationId xmlns:a16="http://schemas.microsoft.com/office/drawing/2014/main" id="{BB6CBADE-F710-AF46-01A6-06D9461C3EAD}"/>
              </a:ext>
            </a:extLst>
          </p:cNvPr>
          <p:cNvSpPr/>
          <p:nvPr/>
        </p:nvSpPr>
        <p:spPr>
          <a:xfrm>
            <a:off x="4841550" y="4028393"/>
            <a:ext cx="37952" cy="12735"/>
          </a:xfrm>
          <a:custGeom>
            <a:avLst/>
            <a:gdLst>
              <a:gd name="csX0" fmla="*/ 0 w 37952"/>
              <a:gd name="csY0" fmla="*/ 0 h 12735"/>
              <a:gd name="csX1" fmla="*/ 37952 w 37952"/>
              <a:gd name="csY1" fmla="*/ 0 h 1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952" h="12735">
                <a:moveTo>
                  <a:pt x="0" y="0"/>
                </a:moveTo>
                <a:lnTo>
                  <a:pt x="37952" y="0"/>
                </a:lnTo>
              </a:path>
            </a:pathLst>
          </a:custGeom>
          <a:noFill/>
          <a:ln w="1477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4" name="Freeform 213">
            <a:extLst>
              <a:ext uri="{FF2B5EF4-FFF2-40B4-BE49-F238E27FC236}">
                <a16:creationId xmlns:a16="http://schemas.microsoft.com/office/drawing/2014/main" id="{6C9B963C-97F7-F19A-861F-FD3A45ED6AA3}"/>
              </a:ext>
            </a:extLst>
          </p:cNvPr>
          <p:cNvSpPr/>
          <p:nvPr/>
        </p:nvSpPr>
        <p:spPr>
          <a:xfrm>
            <a:off x="4841550" y="3510941"/>
            <a:ext cx="37952" cy="12735"/>
          </a:xfrm>
          <a:custGeom>
            <a:avLst/>
            <a:gdLst>
              <a:gd name="csX0" fmla="*/ 0 w 37952"/>
              <a:gd name="csY0" fmla="*/ 0 h 12735"/>
              <a:gd name="csX1" fmla="*/ 37952 w 37952"/>
              <a:gd name="csY1" fmla="*/ 0 h 1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952" h="12735">
                <a:moveTo>
                  <a:pt x="0" y="0"/>
                </a:moveTo>
                <a:lnTo>
                  <a:pt x="37952" y="0"/>
                </a:lnTo>
              </a:path>
            </a:pathLst>
          </a:custGeom>
          <a:noFill/>
          <a:ln w="1477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5" name="Freeform 214">
            <a:extLst>
              <a:ext uri="{FF2B5EF4-FFF2-40B4-BE49-F238E27FC236}">
                <a16:creationId xmlns:a16="http://schemas.microsoft.com/office/drawing/2014/main" id="{3E44C3E3-D447-1A08-5804-3ADE7F8AE050}"/>
              </a:ext>
            </a:extLst>
          </p:cNvPr>
          <p:cNvSpPr/>
          <p:nvPr/>
        </p:nvSpPr>
        <p:spPr>
          <a:xfrm>
            <a:off x="4841550" y="2993362"/>
            <a:ext cx="37952" cy="12735"/>
          </a:xfrm>
          <a:custGeom>
            <a:avLst/>
            <a:gdLst>
              <a:gd name="csX0" fmla="*/ 0 w 37952"/>
              <a:gd name="csY0" fmla="*/ 0 h 12735"/>
              <a:gd name="csX1" fmla="*/ 37952 w 37952"/>
              <a:gd name="csY1" fmla="*/ 0 h 1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952" h="12735">
                <a:moveTo>
                  <a:pt x="0" y="0"/>
                </a:moveTo>
                <a:lnTo>
                  <a:pt x="37952" y="0"/>
                </a:lnTo>
              </a:path>
            </a:pathLst>
          </a:custGeom>
          <a:noFill/>
          <a:ln w="1477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6" name="Freeform 215">
            <a:extLst>
              <a:ext uri="{FF2B5EF4-FFF2-40B4-BE49-F238E27FC236}">
                <a16:creationId xmlns:a16="http://schemas.microsoft.com/office/drawing/2014/main" id="{D38B8BFE-8026-E769-04A8-F4DD472CF6C1}"/>
              </a:ext>
            </a:extLst>
          </p:cNvPr>
          <p:cNvSpPr/>
          <p:nvPr/>
        </p:nvSpPr>
        <p:spPr>
          <a:xfrm>
            <a:off x="4841550" y="2475910"/>
            <a:ext cx="37952" cy="12735"/>
          </a:xfrm>
          <a:custGeom>
            <a:avLst/>
            <a:gdLst>
              <a:gd name="csX0" fmla="*/ 0 w 37952"/>
              <a:gd name="csY0" fmla="*/ 0 h 12735"/>
              <a:gd name="csX1" fmla="*/ 37952 w 37952"/>
              <a:gd name="csY1" fmla="*/ 0 h 1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952" h="12735">
                <a:moveTo>
                  <a:pt x="0" y="0"/>
                </a:moveTo>
                <a:lnTo>
                  <a:pt x="37952" y="0"/>
                </a:lnTo>
              </a:path>
            </a:pathLst>
          </a:custGeom>
          <a:noFill/>
          <a:ln w="1477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7" name="Freeform 216">
            <a:extLst>
              <a:ext uri="{FF2B5EF4-FFF2-40B4-BE49-F238E27FC236}">
                <a16:creationId xmlns:a16="http://schemas.microsoft.com/office/drawing/2014/main" id="{38ED5687-18E9-9854-DC3F-C64979DDA34F}"/>
              </a:ext>
            </a:extLst>
          </p:cNvPr>
          <p:cNvSpPr/>
          <p:nvPr/>
        </p:nvSpPr>
        <p:spPr>
          <a:xfrm>
            <a:off x="4879502" y="5063425"/>
            <a:ext cx="2883621" cy="12735"/>
          </a:xfrm>
          <a:custGeom>
            <a:avLst/>
            <a:gdLst>
              <a:gd name="csX0" fmla="*/ 0 w 2883621"/>
              <a:gd name="csY0" fmla="*/ 0 h 12735"/>
              <a:gd name="csX1" fmla="*/ 2883621 w 2883621"/>
              <a:gd name="csY1" fmla="*/ 0 h 1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883621" h="12735">
                <a:moveTo>
                  <a:pt x="0" y="0"/>
                </a:moveTo>
                <a:lnTo>
                  <a:pt x="2883621" y="0"/>
                </a:lnTo>
              </a:path>
            </a:pathLst>
          </a:custGeom>
          <a:noFill/>
          <a:ln w="10823" cap="sq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8" name="Freeform 217">
            <a:extLst>
              <a:ext uri="{FF2B5EF4-FFF2-40B4-BE49-F238E27FC236}">
                <a16:creationId xmlns:a16="http://schemas.microsoft.com/office/drawing/2014/main" id="{6D2AB3F1-5417-B0A5-0F9C-97B562D7455A}"/>
              </a:ext>
            </a:extLst>
          </p:cNvPr>
          <p:cNvSpPr/>
          <p:nvPr/>
        </p:nvSpPr>
        <p:spPr>
          <a:xfrm>
            <a:off x="4879502" y="5063425"/>
            <a:ext cx="12735" cy="37952"/>
          </a:xfrm>
          <a:custGeom>
            <a:avLst/>
            <a:gdLst>
              <a:gd name="csX0" fmla="*/ 0 w 12735"/>
              <a:gd name="csY0" fmla="*/ 37953 h 37952"/>
              <a:gd name="csX1" fmla="*/ 0 w 12735"/>
              <a:gd name="csY1" fmla="*/ 0 h 3795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35" h="37952">
                <a:moveTo>
                  <a:pt x="0" y="37953"/>
                </a:moveTo>
                <a:lnTo>
                  <a:pt x="0" y="0"/>
                </a:lnTo>
              </a:path>
            </a:pathLst>
          </a:custGeom>
          <a:noFill/>
          <a:ln w="1477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9" name="Freeform 218">
            <a:extLst>
              <a:ext uri="{FF2B5EF4-FFF2-40B4-BE49-F238E27FC236}">
                <a16:creationId xmlns:a16="http://schemas.microsoft.com/office/drawing/2014/main" id="{C281D80B-65BF-C985-1C60-BB3EFA610EE8}"/>
              </a:ext>
            </a:extLst>
          </p:cNvPr>
          <p:cNvSpPr/>
          <p:nvPr/>
        </p:nvSpPr>
        <p:spPr>
          <a:xfrm>
            <a:off x="5840667" y="5063425"/>
            <a:ext cx="12735" cy="37952"/>
          </a:xfrm>
          <a:custGeom>
            <a:avLst/>
            <a:gdLst>
              <a:gd name="csX0" fmla="*/ 0 w 12735"/>
              <a:gd name="csY0" fmla="*/ 37953 h 37952"/>
              <a:gd name="csX1" fmla="*/ 0 w 12735"/>
              <a:gd name="csY1" fmla="*/ 0 h 3795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35" h="37952">
                <a:moveTo>
                  <a:pt x="0" y="37953"/>
                </a:moveTo>
                <a:lnTo>
                  <a:pt x="0" y="0"/>
                </a:lnTo>
              </a:path>
            </a:pathLst>
          </a:custGeom>
          <a:noFill/>
          <a:ln w="1477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0" name="Freeform 219">
            <a:extLst>
              <a:ext uri="{FF2B5EF4-FFF2-40B4-BE49-F238E27FC236}">
                <a16:creationId xmlns:a16="http://schemas.microsoft.com/office/drawing/2014/main" id="{17D7FC6F-3207-9F1D-ABC8-514F67F8A5F7}"/>
              </a:ext>
            </a:extLst>
          </p:cNvPr>
          <p:cNvSpPr/>
          <p:nvPr/>
        </p:nvSpPr>
        <p:spPr>
          <a:xfrm>
            <a:off x="6801959" y="5063425"/>
            <a:ext cx="12735" cy="37952"/>
          </a:xfrm>
          <a:custGeom>
            <a:avLst/>
            <a:gdLst>
              <a:gd name="csX0" fmla="*/ 0 w 12735"/>
              <a:gd name="csY0" fmla="*/ 37953 h 37952"/>
              <a:gd name="csX1" fmla="*/ 0 w 12735"/>
              <a:gd name="csY1" fmla="*/ 0 h 3795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35" h="37952">
                <a:moveTo>
                  <a:pt x="0" y="37953"/>
                </a:moveTo>
                <a:lnTo>
                  <a:pt x="0" y="0"/>
                </a:lnTo>
              </a:path>
            </a:pathLst>
          </a:custGeom>
          <a:noFill/>
          <a:ln w="1477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1" name="Freeform 220">
            <a:extLst>
              <a:ext uri="{FF2B5EF4-FFF2-40B4-BE49-F238E27FC236}">
                <a16:creationId xmlns:a16="http://schemas.microsoft.com/office/drawing/2014/main" id="{9DC21DA6-D476-0B36-00F8-E6BB97171A2F}"/>
              </a:ext>
            </a:extLst>
          </p:cNvPr>
          <p:cNvSpPr/>
          <p:nvPr/>
        </p:nvSpPr>
        <p:spPr>
          <a:xfrm>
            <a:off x="7763123" y="5063425"/>
            <a:ext cx="12735" cy="37952"/>
          </a:xfrm>
          <a:custGeom>
            <a:avLst/>
            <a:gdLst>
              <a:gd name="csX0" fmla="*/ 0 w 12735"/>
              <a:gd name="csY0" fmla="*/ 37953 h 37952"/>
              <a:gd name="csX1" fmla="*/ 0 w 12735"/>
              <a:gd name="csY1" fmla="*/ 0 h 3795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35" h="37952">
                <a:moveTo>
                  <a:pt x="0" y="37953"/>
                </a:moveTo>
                <a:lnTo>
                  <a:pt x="0" y="0"/>
                </a:lnTo>
              </a:path>
            </a:pathLst>
          </a:custGeom>
          <a:noFill/>
          <a:ln w="1477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3DAA5FDF-9B18-2D29-3CC0-06CB80620EFC}"/>
              </a:ext>
            </a:extLst>
          </p:cNvPr>
          <p:cNvSpPr txBox="1"/>
          <p:nvPr/>
        </p:nvSpPr>
        <p:spPr>
          <a:xfrm>
            <a:off x="4754064" y="5062908"/>
            <a:ext cx="250877" cy="228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2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0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B00B8BB4-D08A-4CE5-27E7-8600FD824ADC}"/>
              </a:ext>
            </a:extLst>
          </p:cNvPr>
          <p:cNvSpPr txBox="1"/>
          <p:nvPr/>
        </p:nvSpPr>
        <p:spPr>
          <a:xfrm>
            <a:off x="5681230" y="5062908"/>
            <a:ext cx="318873" cy="228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2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30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8F319144-CAD7-C305-6962-735DA96457FB}"/>
              </a:ext>
            </a:extLst>
          </p:cNvPr>
          <p:cNvSpPr txBox="1"/>
          <p:nvPr/>
        </p:nvSpPr>
        <p:spPr>
          <a:xfrm>
            <a:off x="6642522" y="5062908"/>
            <a:ext cx="318873" cy="228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2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60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CBC5C6C5-198A-93A0-A0B6-C7102278BE63}"/>
              </a:ext>
            </a:extLst>
          </p:cNvPr>
          <p:cNvSpPr txBox="1"/>
          <p:nvPr/>
        </p:nvSpPr>
        <p:spPr>
          <a:xfrm>
            <a:off x="7603686" y="5062908"/>
            <a:ext cx="318873" cy="228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2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90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A7626F20-14EE-A147-F3C9-FA1CE2C15D5D}"/>
              </a:ext>
            </a:extLst>
          </p:cNvPr>
          <p:cNvSpPr txBox="1"/>
          <p:nvPr/>
        </p:nvSpPr>
        <p:spPr>
          <a:xfrm>
            <a:off x="5367749" y="5208571"/>
            <a:ext cx="1907126" cy="2621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3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Days since CRE infection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C20A4C07-05F3-191D-9102-F9B3769F2426}"/>
              </a:ext>
            </a:extLst>
          </p:cNvPr>
          <p:cNvSpPr txBox="1"/>
          <p:nvPr/>
        </p:nvSpPr>
        <p:spPr>
          <a:xfrm rot="16200000">
            <a:off x="3624038" y="3586807"/>
            <a:ext cx="1856308" cy="2621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3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Cumulative incidence, %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727C6941-17C9-94BD-18E2-7466F867EF42}"/>
              </a:ext>
            </a:extLst>
          </p:cNvPr>
          <p:cNvSpPr txBox="1"/>
          <p:nvPr/>
        </p:nvSpPr>
        <p:spPr>
          <a:xfrm>
            <a:off x="4791862" y="1935811"/>
            <a:ext cx="1338123" cy="2621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3" b="1" spc="0" baseline="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CRE recurrence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9F79D080-6E0F-2DB9-C131-0DBA0B314548}"/>
              </a:ext>
            </a:extLst>
          </p:cNvPr>
          <p:cNvSpPr txBox="1"/>
          <p:nvPr/>
        </p:nvSpPr>
        <p:spPr>
          <a:xfrm>
            <a:off x="4282042" y="1411767"/>
            <a:ext cx="305202" cy="296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83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B</a:t>
            </a:r>
          </a:p>
        </p:txBody>
      </p:sp>
      <p:grpSp>
        <p:nvGrpSpPr>
          <p:cNvPr id="230" name="Graphic 146">
            <a:extLst>
              <a:ext uri="{FF2B5EF4-FFF2-40B4-BE49-F238E27FC236}">
                <a16:creationId xmlns:a16="http://schemas.microsoft.com/office/drawing/2014/main" id="{6F2FEB14-F820-0ABE-6153-67F601161D9D}"/>
              </a:ext>
            </a:extLst>
          </p:cNvPr>
          <p:cNvGrpSpPr/>
          <p:nvPr/>
        </p:nvGrpSpPr>
        <p:grpSpPr>
          <a:xfrm>
            <a:off x="8507653" y="2372368"/>
            <a:ext cx="2883621" cy="2691056"/>
            <a:chOff x="8507653" y="2372368"/>
            <a:chExt cx="2883621" cy="2691056"/>
          </a:xfrm>
        </p:grpSpPr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529C355D-FF70-5E55-58F4-D50BDF4592BD}"/>
                </a:ext>
              </a:extLst>
            </p:cNvPr>
            <p:cNvSpPr/>
            <p:nvPr/>
          </p:nvSpPr>
          <p:spPr>
            <a:xfrm>
              <a:off x="8507653" y="2372368"/>
              <a:ext cx="2883493" cy="2690928"/>
            </a:xfrm>
            <a:prstGeom prst="rect">
              <a:avLst/>
            </a:prstGeom>
            <a:solidFill>
              <a:srgbClr val="FFFFFF"/>
            </a:solidFill>
            <a:ln w="14770"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2" name="Freeform 231">
              <a:extLst>
                <a:ext uri="{FF2B5EF4-FFF2-40B4-BE49-F238E27FC236}">
                  <a16:creationId xmlns:a16="http://schemas.microsoft.com/office/drawing/2014/main" id="{3799E308-67AF-AFFD-DD0B-27FAE5288CCF}"/>
                </a:ext>
              </a:extLst>
            </p:cNvPr>
            <p:cNvSpPr/>
            <p:nvPr/>
          </p:nvSpPr>
          <p:spPr>
            <a:xfrm>
              <a:off x="8507653" y="3938606"/>
              <a:ext cx="2883620" cy="1124818"/>
            </a:xfrm>
            <a:custGeom>
              <a:avLst/>
              <a:gdLst>
                <a:gd name="csX0" fmla="*/ 0 w 2883620"/>
                <a:gd name="csY0" fmla="*/ 1124818 h 1124818"/>
                <a:gd name="csX1" fmla="*/ 32093 w 2883620"/>
                <a:gd name="csY1" fmla="*/ 1124818 h 1124818"/>
                <a:gd name="csX2" fmla="*/ 64060 w 2883620"/>
                <a:gd name="csY2" fmla="*/ 1124818 h 1124818"/>
                <a:gd name="csX3" fmla="*/ 96155 w 2883620"/>
                <a:gd name="csY3" fmla="*/ 1124818 h 1124818"/>
                <a:gd name="csX4" fmla="*/ 128121 w 2883620"/>
                <a:gd name="csY4" fmla="*/ 1124818 h 1124818"/>
                <a:gd name="csX5" fmla="*/ 160215 w 2883620"/>
                <a:gd name="csY5" fmla="*/ 1124818 h 1124818"/>
                <a:gd name="csX6" fmla="*/ 192309 w 2883620"/>
                <a:gd name="csY6" fmla="*/ 1124818 h 1124818"/>
                <a:gd name="csX7" fmla="*/ 224276 w 2883620"/>
                <a:gd name="csY7" fmla="*/ 1124818 h 1124818"/>
                <a:gd name="csX8" fmla="*/ 256370 w 2883620"/>
                <a:gd name="csY8" fmla="*/ 1124818 h 1124818"/>
                <a:gd name="csX9" fmla="*/ 288336 w 2883620"/>
                <a:gd name="csY9" fmla="*/ 1124818 h 1124818"/>
                <a:gd name="csX10" fmla="*/ 320430 w 2883620"/>
                <a:gd name="csY10" fmla="*/ 1124818 h 1124818"/>
                <a:gd name="csX11" fmla="*/ 352397 w 2883620"/>
                <a:gd name="csY11" fmla="*/ 1124818 h 1124818"/>
                <a:gd name="csX12" fmla="*/ 384491 w 2883620"/>
                <a:gd name="csY12" fmla="*/ 1124818 h 1124818"/>
                <a:gd name="csX13" fmla="*/ 416585 w 2883620"/>
                <a:gd name="csY13" fmla="*/ 1124818 h 1124818"/>
                <a:gd name="csX14" fmla="*/ 448552 w 2883620"/>
                <a:gd name="csY14" fmla="*/ 1124818 h 1124818"/>
                <a:gd name="csX15" fmla="*/ 480646 w 2883620"/>
                <a:gd name="csY15" fmla="*/ 1124818 h 1124818"/>
                <a:gd name="csX16" fmla="*/ 512613 w 2883620"/>
                <a:gd name="csY16" fmla="*/ 1124818 h 1124818"/>
                <a:gd name="csX17" fmla="*/ 544706 w 2883620"/>
                <a:gd name="csY17" fmla="*/ 1124818 h 1124818"/>
                <a:gd name="csX18" fmla="*/ 576673 w 2883620"/>
                <a:gd name="csY18" fmla="*/ 1124818 h 1124818"/>
                <a:gd name="csX19" fmla="*/ 608767 w 2883620"/>
                <a:gd name="csY19" fmla="*/ 1124818 h 1124818"/>
                <a:gd name="csX20" fmla="*/ 640861 w 2883620"/>
                <a:gd name="csY20" fmla="*/ 1124818 h 1124818"/>
                <a:gd name="csX21" fmla="*/ 672827 w 2883620"/>
                <a:gd name="csY21" fmla="*/ 1124818 h 1124818"/>
                <a:gd name="csX22" fmla="*/ 704922 w 2883620"/>
                <a:gd name="csY22" fmla="*/ 1124818 h 1124818"/>
                <a:gd name="csX23" fmla="*/ 736888 w 2883620"/>
                <a:gd name="csY23" fmla="*/ 1124818 h 1124818"/>
                <a:gd name="csX24" fmla="*/ 768983 w 2883620"/>
                <a:gd name="csY24" fmla="*/ 1124818 h 1124818"/>
                <a:gd name="csX25" fmla="*/ 800949 w 2883620"/>
                <a:gd name="csY25" fmla="*/ 1124818 h 1124818"/>
                <a:gd name="csX26" fmla="*/ 833043 w 2883620"/>
                <a:gd name="csY26" fmla="*/ 1124818 h 1124818"/>
                <a:gd name="csX27" fmla="*/ 865137 w 2883620"/>
                <a:gd name="csY27" fmla="*/ 71957 h 1124818"/>
                <a:gd name="csX28" fmla="*/ 897104 w 2883620"/>
                <a:gd name="csY28" fmla="*/ 71957 h 1124818"/>
                <a:gd name="csX29" fmla="*/ 929197 w 2883620"/>
                <a:gd name="csY29" fmla="*/ 0 h 1124818"/>
                <a:gd name="csX30" fmla="*/ 961164 w 2883620"/>
                <a:gd name="csY30" fmla="*/ 0 h 1124818"/>
                <a:gd name="csX31" fmla="*/ 993258 w 2883620"/>
                <a:gd name="csY31" fmla="*/ 0 h 1124818"/>
                <a:gd name="csX32" fmla="*/ 1025225 w 2883620"/>
                <a:gd name="csY32" fmla="*/ 0 h 1124818"/>
                <a:gd name="csX33" fmla="*/ 1057319 w 2883620"/>
                <a:gd name="csY33" fmla="*/ 0 h 1124818"/>
                <a:gd name="csX34" fmla="*/ 1089413 w 2883620"/>
                <a:gd name="csY34" fmla="*/ 0 h 1124818"/>
                <a:gd name="csX35" fmla="*/ 1121380 w 2883620"/>
                <a:gd name="csY35" fmla="*/ 0 h 1124818"/>
                <a:gd name="csX36" fmla="*/ 1153473 w 2883620"/>
                <a:gd name="csY36" fmla="*/ 0 h 1124818"/>
                <a:gd name="csX37" fmla="*/ 1185440 w 2883620"/>
                <a:gd name="csY37" fmla="*/ 0 h 1124818"/>
                <a:gd name="csX38" fmla="*/ 1217534 w 2883620"/>
                <a:gd name="csY38" fmla="*/ 0 h 1124818"/>
                <a:gd name="csX39" fmla="*/ 1249501 w 2883620"/>
                <a:gd name="csY39" fmla="*/ 0 h 1124818"/>
                <a:gd name="csX40" fmla="*/ 1281595 w 2883620"/>
                <a:gd name="csY40" fmla="*/ 0 h 1124818"/>
                <a:gd name="csX41" fmla="*/ 1313689 w 2883620"/>
                <a:gd name="csY41" fmla="*/ 0 h 1124818"/>
                <a:gd name="csX42" fmla="*/ 1345656 w 2883620"/>
                <a:gd name="csY42" fmla="*/ 0 h 1124818"/>
                <a:gd name="csX43" fmla="*/ 1377750 w 2883620"/>
                <a:gd name="csY43" fmla="*/ 0 h 1124818"/>
                <a:gd name="csX44" fmla="*/ 1409717 w 2883620"/>
                <a:gd name="csY44" fmla="*/ 0 h 1124818"/>
                <a:gd name="csX45" fmla="*/ 1441810 w 2883620"/>
                <a:gd name="csY45" fmla="*/ 0 h 1124818"/>
                <a:gd name="csX46" fmla="*/ 1473777 w 2883620"/>
                <a:gd name="csY46" fmla="*/ 0 h 1124818"/>
                <a:gd name="csX47" fmla="*/ 1505871 w 2883620"/>
                <a:gd name="csY47" fmla="*/ 0 h 1124818"/>
                <a:gd name="csX48" fmla="*/ 1537965 w 2883620"/>
                <a:gd name="csY48" fmla="*/ 0 h 1124818"/>
                <a:gd name="csX49" fmla="*/ 1569931 w 2883620"/>
                <a:gd name="csY49" fmla="*/ 0 h 1124818"/>
                <a:gd name="csX50" fmla="*/ 1602026 w 2883620"/>
                <a:gd name="csY50" fmla="*/ 0 h 1124818"/>
                <a:gd name="csX51" fmla="*/ 1633992 w 2883620"/>
                <a:gd name="csY51" fmla="*/ 0 h 1124818"/>
                <a:gd name="csX52" fmla="*/ 1666086 w 2883620"/>
                <a:gd name="csY52" fmla="*/ 0 h 1124818"/>
                <a:gd name="csX53" fmla="*/ 1698053 w 2883620"/>
                <a:gd name="csY53" fmla="*/ 0 h 1124818"/>
                <a:gd name="csX54" fmla="*/ 1730147 w 2883620"/>
                <a:gd name="csY54" fmla="*/ 0 h 1124818"/>
                <a:gd name="csX55" fmla="*/ 1762241 w 2883620"/>
                <a:gd name="csY55" fmla="*/ 0 h 1124818"/>
                <a:gd name="csX56" fmla="*/ 1794208 w 2883620"/>
                <a:gd name="csY56" fmla="*/ 0 h 1124818"/>
                <a:gd name="csX57" fmla="*/ 1826301 w 2883620"/>
                <a:gd name="csY57" fmla="*/ 0 h 1124818"/>
                <a:gd name="csX58" fmla="*/ 1858268 w 2883620"/>
                <a:gd name="csY58" fmla="*/ 0 h 1124818"/>
                <a:gd name="csX59" fmla="*/ 1890362 w 2883620"/>
                <a:gd name="csY59" fmla="*/ 0 h 1124818"/>
                <a:gd name="csX60" fmla="*/ 1922329 w 2883620"/>
                <a:gd name="csY60" fmla="*/ 0 h 1124818"/>
                <a:gd name="csX61" fmla="*/ 1954423 w 2883620"/>
                <a:gd name="csY61" fmla="*/ 0 h 1124818"/>
                <a:gd name="csX62" fmla="*/ 1986517 w 2883620"/>
                <a:gd name="csY62" fmla="*/ 0 h 1124818"/>
                <a:gd name="csX63" fmla="*/ 2018484 w 2883620"/>
                <a:gd name="csY63" fmla="*/ 0 h 1124818"/>
                <a:gd name="csX64" fmla="*/ 2050577 w 2883620"/>
                <a:gd name="csY64" fmla="*/ 0 h 1124818"/>
                <a:gd name="csX65" fmla="*/ 2082544 w 2883620"/>
                <a:gd name="csY65" fmla="*/ 0 h 1124818"/>
                <a:gd name="csX66" fmla="*/ 2114638 w 2883620"/>
                <a:gd name="csY66" fmla="*/ 0 h 1124818"/>
                <a:gd name="csX67" fmla="*/ 2146605 w 2883620"/>
                <a:gd name="csY67" fmla="*/ 0 h 1124818"/>
                <a:gd name="csX68" fmla="*/ 2178698 w 2883620"/>
                <a:gd name="csY68" fmla="*/ 0 h 1124818"/>
                <a:gd name="csX69" fmla="*/ 2210793 w 2883620"/>
                <a:gd name="csY69" fmla="*/ 0 h 1124818"/>
                <a:gd name="csX70" fmla="*/ 2242759 w 2883620"/>
                <a:gd name="csY70" fmla="*/ 0 h 1124818"/>
                <a:gd name="csX71" fmla="*/ 2274854 w 2883620"/>
                <a:gd name="csY71" fmla="*/ 0 h 1124818"/>
                <a:gd name="csX72" fmla="*/ 2306821 w 2883620"/>
                <a:gd name="csY72" fmla="*/ 0 h 1124818"/>
                <a:gd name="csX73" fmla="*/ 2338914 w 2883620"/>
                <a:gd name="csY73" fmla="*/ 0 h 1124818"/>
                <a:gd name="csX74" fmla="*/ 2370881 w 2883620"/>
                <a:gd name="csY74" fmla="*/ 0 h 1124818"/>
                <a:gd name="csX75" fmla="*/ 2402975 w 2883620"/>
                <a:gd name="csY75" fmla="*/ 0 h 1124818"/>
                <a:gd name="csX76" fmla="*/ 2435068 w 2883620"/>
                <a:gd name="csY76" fmla="*/ 0 h 1124818"/>
                <a:gd name="csX77" fmla="*/ 2467035 w 2883620"/>
                <a:gd name="csY77" fmla="*/ 0 h 1124818"/>
                <a:gd name="csX78" fmla="*/ 2499130 w 2883620"/>
                <a:gd name="csY78" fmla="*/ 0 h 1124818"/>
                <a:gd name="csX79" fmla="*/ 2531096 w 2883620"/>
                <a:gd name="csY79" fmla="*/ 0 h 1124818"/>
                <a:gd name="csX80" fmla="*/ 2563190 w 2883620"/>
                <a:gd name="csY80" fmla="*/ 0 h 1124818"/>
                <a:gd name="csX81" fmla="*/ 2595157 w 2883620"/>
                <a:gd name="csY81" fmla="*/ 0 h 1124818"/>
                <a:gd name="csX82" fmla="*/ 2627251 w 2883620"/>
                <a:gd name="csY82" fmla="*/ 0 h 1124818"/>
                <a:gd name="csX83" fmla="*/ 2659345 w 2883620"/>
                <a:gd name="csY83" fmla="*/ 0 h 1124818"/>
                <a:gd name="csX84" fmla="*/ 2691311 w 2883620"/>
                <a:gd name="csY84" fmla="*/ 0 h 1124818"/>
                <a:gd name="csX85" fmla="*/ 2723405 w 2883620"/>
                <a:gd name="csY85" fmla="*/ 0 h 1124818"/>
                <a:gd name="csX86" fmla="*/ 2755372 w 2883620"/>
                <a:gd name="csY86" fmla="*/ 0 h 1124818"/>
                <a:gd name="csX87" fmla="*/ 2787466 w 2883620"/>
                <a:gd name="csY87" fmla="*/ 0 h 1124818"/>
                <a:gd name="csX88" fmla="*/ 2819433 w 2883620"/>
                <a:gd name="csY88" fmla="*/ 0 h 1124818"/>
                <a:gd name="csX89" fmla="*/ 2851527 w 2883620"/>
                <a:gd name="csY89" fmla="*/ 0 h 1124818"/>
                <a:gd name="csX90" fmla="*/ 2883621 w 2883620"/>
                <a:gd name="csY90" fmla="*/ 0 h 1124818"/>
                <a:gd name="csX91" fmla="*/ 2883621 w 2883620"/>
                <a:gd name="csY91" fmla="*/ 1048276 h 1124818"/>
                <a:gd name="csX92" fmla="*/ 2851527 w 2883620"/>
                <a:gd name="csY92" fmla="*/ 1048276 h 1124818"/>
                <a:gd name="csX93" fmla="*/ 2819433 w 2883620"/>
                <a:gd name="csY93" fmla="*/ 1048276 h 1124818"/>
                <a:gd name="csX94" fmla="*/ 2787466 w 2883620"/>
                <a:gd name="csY94" fmla="*/ 1048276 h 1124818"/>
                <a:gd name="csX95" fmla="*/ 2755372 w 2883620"/>
                <a:gd name="csY95" fmla="*/ 1048276 h 1124818"/>
                <a:gd name="csX96" fmla="*/ 2723405 w 2883620"/>
                <a:gd name="csY96" fmla="*/ 1048276 h 1124818"/>
                <a:gd name="csX97" fmla="*/ 2691311 w 2883620"/>
                <a:gd name="csY97" fmla="*/ 1048276 h 1124818"/>
                <a:gd name="csX98" fmla="*/ 2659345 w 2883620"/>
                <a:gd name="csY98" fmla="*/ 1048276 h 1124818"/>
                <a:gd name="csX99" fmla="*/ 2627251 w 2883620"/>
                <a:gd name="csY99" fmla="*/ 1048276 h 1124818"/>
                <a:gd name="csX100" fmla="*/ 2595157 w 2883620"/>
                <a:gd name="csY100" fmla="*/ 1048276 h 1124818"/>
                <a:gd name="csX101" fmla="*/ 2563190 w 2883620"/>
                <a:gd name="csY101" fmla="*/ 1048276 h 1124818"/>
                <a:gd name="csX102" fmla="*/ 2531096 w 2883620"/>
                <a:gd name="csY102" fmla="*/ 1048276 h 1124818"/>
                <a:gd name="csX103" fmla="*/ 2499130 w 2883620"/>
                <a:gd name="csY103" fmla="*/ 1048276 h 1124818"/>
                <a:gd name="csX104" fmla="*/ 2467035 w 2883620"/>
                <a:gd name="csY104" fmla="*/ 1048276 h 1124818"/>
                <a:gd name="csX105" fmla="*/ 2435068 w 2883620"/>
                <a:gd name="csY105" fmla="*/ 1048276 h 1124818"/>
                <a:gd name="csX106" fmla="*/ 2402975 w 2883620"/>
                <a:gd name="csY106" fmla="*/ 1048276 h 1124818"/>
                <a:gd name="csX107" fmla="*/ 2370881 w 2883620"/>
                <a:gd name="csY107" fmla="*/ 1048276 h 1124818"/>
                <a:gd name="csX108" fmla="*/ 2338914 w 2883620"/>
                <a:gd name="csY108" fmla="*/ 1048276 h 1124818"/>
                <a:gd name="csX109" fmla="*/ 2306821 w 2883620"/>
                <a:gd name="csY109" fmla="*/ 1048276 h 1124818"/>
                <a:gd name="csX110" fmla="*/ 2274854 w 2883620"/>
                <a:gd name="csY110" fmla="*/ 1048276 h 1124818"/>
                <a:gd name="csX111" fmla="*/ 2242759 w 2883620"/>
                <a:gd name="csY111" fmla="*/ 1048276 h 1124818"/>
                <a:gd name="csX112" fmla="*/ 2210793 w 2883620"/>
                <a:gd name="csY112" fmla="*/ 1048276 h 1124818"/>
                <a:gd name="csX113" fmla="*/ 2178698 w 2883620"/>
                <a:gd name="csY113" fmla="*/ 1048276 h 1124818"/>
                <a:gd name="csX114" fmla="*/ 2146605 w 2883620"/>
                <a:gd name="csY114" fmla="*/ 1048276 h 1124818"/>
                <a:gd name="csX115" fmla="*/ 2114638 w 2883620"/>
                <a:gd name="csY115" fmla="*/ 1048276 h 1124818"/>
                <a:gd name="csX116" fmla="*/ 2082544 w 2883620"/>
                <a:gd name="csY116" fmla="*/ 1048276 h 1124818"/>
                <a:gd name="csX117" fmla="*/ 2050577 w 2883620"/>
                <a:gd name="csY117" fmla="*/ 1048276 h 1124818"/>
                <a:gd name="csX118" fmla="*/ 2018484 w 2883620"/>
                <a:gd name="csY118" fmla="*/ 1048276 h 1124818"/>
                <a:gd name="csX119" fmla="*/ 1986517 w 2883620"/>
                <a:gd name="csY119" fmla="*/ 1048276 h 1124818"/>
                <a:gd name="csX120" fmla="*/ 1954423 w 2883620"/>
                <a:gd name="csY120" fmla="*/ 1048276 h 1124818"/>
                <a:gd name="csX121" fmla="*/ 1922329 w 2883620"/>
                <a:gd name="csY121" fmla="*/ 1048276 h 1124818"/>
                <a:gd name="csX122" fmla="*/ 1890362 w 2883620"/>
                <a:gd name="csY122" fmla="*/ 1048276 h 1124818"/>
                <a:gd name="csX123" fmla="*/ 1858268 w 2883620"/>
                <a:gd name="csY123" fmla="*/ 1048276 h 1124818"/>
                <a:gd name="csX124" fmla="*/ 1826301 w 2883620"/>
                <a:gd name="csY124" fmla="*/ 1048276 h 1124818"/>
                <a:gd name="csX125" fmla="*/ 1794208 w 2883620"/>
                <a:gd name="csY125" fmla="*/ 1048276 h 1124818"/>
                <a:gd name="csX126" fmla="*/ 1762241 w 2883620"/>
                <a:gd name="csY126" fmla="*/ 1048276 h 1124818"/>
                <a:gd name="csX127" fmla="*/ 1730147 w 2883620"/>
                <a:gd name="csY127" fmla="*/ 1048276 h 1124818"/>
                <a:gd name="csX128" fmla="*/ 1698053 w 2883620"/>
                <a:gd name="csY128" fmla="*/ 1048276 h 1124818"/>
                <a:gd name="csX129" fmla="*/ 1666086 w 2883620"/>
                <a:gd name="csY129" fmla="*/ 1048276 h 1124818"/>
                <a:gd name="csX130" fmla="*/ 1633992 w 2883620"/>
                <a:gd name="csY130" fmla="*/ 1048276 h 1124818"/>
                <a:gd name="csX131" fmla="*/ 1602026 w 2883620"/>
                <a:gd name="csY131" fmla="*/ 1048276 h 1124818"/>
                <a:gd name="csX132" fmla="*/ 1569931 w 2883620"/>
                <a:gd name="csY132" fmla="*/ 1048276 h 1124818"/>
                <a:gd name="csX133" fmla="*/ 1537965 w 2883620"/>
                <a:gd name="csY133" fmla="*/ 1048276 h 1124818"/>
                <a:gd name="csX134" fmla="*/ 1505871 w 2883620"/>
                <a:gd name="csY134" fmla="*/ 1048276 h 1124818"/>
                <a:gd name="csX135" fmla="*/ 1473777 w 2883620"/>
                <a:gd name="csY135" fmla="*/ 1048276 h 1124818"/>
                <a:gd name="csX136" fmla="*/ 1441810 w 2883620"/>
                <a:gd name="csY136" fmla="*/ 1048276 h 1124818"/>
                <a:gd name="csX137" fmla="*/ 1409717 w 2883620"/>
                <a:gd name="csY137" fmla="*/ 1048276 h 1124818"/>
                <a:gd name="csX138" fmla="*/ 1377750 w 2883620"/>
                <a:gd name="csY138" fmla="*/ 1048276 h 1124818"/>
                <a:gd name="csX139" fmla="*/ 1345656 w 2883620"/>
                <a:gd name="csY139" fmla="*/ 1048276 h 1124818"/>
                <a:gd name="csX140" fmla="*/ 1313689 w 2883620"/>
                <a:gd name="csY140" fmla="*/ 1048276 h 1124818"/>
                <a:gd name="csX141" fmla="*/ 1281595 w 2883620"/>
                <a:gd name="csY141" fmla="*/ 1048276 h 1124818"/>
                <a:gd name="csX142" fmla="*/ 1249501 w 2883620"/>
                <a:gd name="csY142" fmla="*/ 1048276 h 1124818"/>
                <a:gd name="csX143" fmla="*/ 1217534 w 2883620"/>
                <a:gd name="csY143" fmla="*/ 1048276 h 1124818"/>
                <a:gd name="csX144" fmla="*/ 1185440 w 2883620"/>
                <a:gd name="csY144" fmla="*/ 1048276 h 1124818"/>
                <a:gd name="csX145" fmla="*/ 1153473 w 2883620"/>
                <a:gd name="csY145" fmla="*/ 1048276 h 1124818"/>
                <a:gd name="csX146" fmla="*/ 1121380 w 2883620"/>
                <a:gd name="csY146" fmla="*/ 1048276 h 1124818"/>
                <a:gd name="csX147" fmla="*/ 1089413 w 2883620"/>
                <a:gd name="csY147" fmla="*/ 1048276 h 1124818"/>
                <a:gd name="csX148" fmla="*/ 1057319 w 2883620"/>
                <a:gd name="csY148" fmla="*/ 1048276 h 1124818"/>
                <a:gd name="csX149" fmla="*/ 1025225 w 2883620"/>
                <a:gd name="csY149" fmla="*/ 1048276 h 1124818"/>
                <a:gd name="csX150" fmla="*/ 993258 w 2883620"/>
                <a:gd name="csY150" fmla="*/ 1048276 h 1124818"/>
                <a:gd name="csX151" fmla="*/ 961164 w 2883620"/>
                <a:gd name="csY151" fmla="*/ 1048276 h 1124818"/>
                <a:gd name="csX152" fmla="*/ 929197 w 2883620"/>
                <a:gd name="csY152" fmla="*/ 1048276 h 1124818"/>
                <a:gd name="csX153" fmla="*/ 897104 w 2883620"/>
                <a:gd name="csY153" fmla="*/ 1102403 h 1124818"/>
                <a:gd name="csX154" fmla="*/ 865137 w 2883620"/>
                <a:gd name="csY154" fmla="*/ 1102403 h 1124818"/>
                <a:gd name="csX155" fmla="*/ 833043 w 2883620"/>
                <a:gd name="csY155" fmla="*/ 1124818 h 1124818"/>
                <a:gd name="csX156" fmla="*/ 800949 w 2883620"/>
                <a:gd name="csY156" fmla="*/ 1124818 h 1124818"/>
                <a:gd name="csX157" fmla="*/ 768983 w 2883620"/>
                <a:gd name="csY157" fmla="*/ 1124818 h 1124818"/>
                <a:gd name="csX158" fmla="*/ 736888 w 2883620"/>
                <a:gd name="csY158" fmla="*/ 1124818 h 1124818"/>
                <a:gd name="csX159" fmla="*/ 704922 w 2883620"/>
                <a:gd name="csY159" fmla="*/ 1124818 h 1124818"/>
                <a:gd name="csX160" fmla="*/ 672827 w 2883620"/>
                <a:gd name="csY160" fmla="*/ 1124818 h 1124818"/>
                <a:gd name="csX161" fmla="*/ 640861 w 2883620"/>
                <a:gd name="csY161" fmla="*/ 1124818 h 1124818"/>
                <a:gd name="csX162" fmla="*/ 608767 w 2883620"/>
                <a:gd name="csY162" fmla="*/ 1124818 h 1124818"/>
                <a:gd name="csX163" fmla="*/ 576673 w 2883620"/>
                <a:gd name="csY163" fmla="*/ 1124818 h 1124818"/>
                <a:gd name="csX164" fmla="*/ 544706 w 2883620"/>
                <a:gd name="csY164" fmla="*/ 1124818 h 1124818"/>
                <a:gd name="csX165" fmla="*/ 512613 w 2883620"/>
                <a:gd name="csY165" fmla="*/ 1124818 h 1124818"/>
                <a:gd name="csX166" fmla="*/ 480646 w 2883620"/>
                <a:gd name="csY166" fmla="*/ 1124818 h 1124818"/>
                <a:gd name="csX167" fmla="*/ 448552 w 2883620"/>
                <a:gd name="csY167" fmla="*/ 1124818 h 1124818"/>
                <a:gd name="csX168" fmla="*/ 416585 w 2883620"/>
                <a:gd name="csY168" fmla="*/ 1124818 h 1124818"/>
                <a:gd name="csX169" fmla="*/ 384491 w 2883620"/>
                <a:gd name="csY169" fmla="*/ 1124818 h 1124818"/>
                <a:gd name="csX170" fmla="*/ 352397 w 2883620"/>
                <a:gd name="csY170" fmla="*/ 1124818 h 1124818"/>
                <a:gd name="csX171" fmla="*/ 320430 w 2883620"/>
                <a:gd name="csY171" fmla="*/ 1124818 h 1124818"/>
                <a:gd name="csX172" fmla="*/ 288336 w 2883620"/>
                <a:gd name="csY172" fmla="*/ 1124818 h 1124818"/>
                <a:gd name="csX173" fmla="*/ 256370 w 2883620"/>
                <a:gd name="csY173" fmla="*/ 1124818 h 1124818"/>
                <a:gd name="csX174" fmla="*/ 224276 w 2883620"/>
                <a:gd name="csY174" fmla="*/ 1124818 h 1124818"/>
                <a:gd name="csX175" fmla="*/ 192309 w 2883620"/>
                <a:gd name="csY175" fmla="*/ 1124818 h 1124818"/>
                <a:gd name="csX176" fmla="*/ 160215 w 2883620"/>
                <a:gd name="csY176" fmla="*/ 1124818 h 1124818"/>
                <a:gd name="csX177" fmla="*/ 128121 w 2883620"/>
                <a:gd name="csY177" fmla="*/ 1124818 h 1124818"/>
                <a:gd name="csX178" fmla="*/ 96155 w 2883620"/>
                <a:gd name="csY178" fmla="*/ 1124818 h 1124818"/>
                <a:gd name="csX179" fmla="*/ 64060 w 2883620"/>
                <a:gd name="csY179" fmla="*/ 1124818 h 1124818"/>
                <a:gd name="csX180" fmla="*/ 32093 w 2883620"/>
                <a:gd name="csY180" fmla="*/ 1124818 h 1124818"/>
                <a:gd name="csX181" fmla="*/ 0 w 2883620"/>
                <a:gd name="csY181" fmla="*/ 1124818 h 11248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</a:cxnLst>
              <a:rect l="l" t="t" r="r" b="b"/>
              <a:pathLst>
                <a:path w="2883620" h="1124818">
                  <a:moveTo>
                    <a:pt x="0" y="1124818"/>
                  </a:moveTo>
                  <a:lnTo>
                    <a:pt x="32093" y="1124818"/>
                  </a:lnTo>
                  <a:lnTo>
                    <a:pt x="64060" y="1124818"/>
                  </a:lnTo>
                  <a:lnTo>
                    <a:pt x="96155" y="1124818"/>
                  </a:lnTo>
                  <a:lnTo>
                    <a:pt x="128121" y="1124818"/>
                  </a:lnTo>
                  <a:lnTo>
                    <a:pt x="160215" y="1124818"/>
                  </a:lnTo>
                  <a:lnTo>
                    <a:pt x="192309" y="1124818"/>
                  </a:lnTo>
                  <a:lnTo>
                    <a:pt x="224276" y="1124818"/>
                  </a:lnTo>
                  <a:lnTo>
                    <a:pt x="256370" y="1124818"/>
                  </a:lnTo>
                  <a:lnTo>
                    <a:pt x="288336" y="1124818"/>
                  </a:lnTo>
                  <a:lnTo>
                    <a:pt x="320430" y="1124818"/>
                  </a:lnTo>
                  <a:lnTo>
                    <a:pt x="352397" y="1124818"/>
                  </a:lnTo>
                  <a:lnTo>
                    <a:pt x="384491" y="1124818"/>
                  </a:lnTo>
                  <a:lnTo>
                    <a:pt x="416585" y="1124818"/>
                  </a:lnTo>
                  <a:lnTo>
                    <a:pt x="448552" y="1124818"/>
                  </a:lnTo>
                  <a:lnTo>
                    <a:pt x="480646" y="1124818"/>
                  </a:lnTo>
                  <a:lnTo>
                    <a:pt x="512613" y="1124818"/>
                  </a:lnTo>
                  <a:lnTo>
                    <a:pt x="544706" y="1124818"/>
                  </a:lnTo>
                  <a:lnTo>
                    <a:pt x="576673" y="1124818"/>
                  </a:lnTo>
                  <a:lnTo>
                    <a:pt x="608767" y="1124818"/>
                  </a:lnTo>
                  <a:lnTo>
                    <a:pt x="640861" y="1124818"/>
                  </a:lnTo>
                  <a:lnTo>
                    <a:pt x="672827" y="1124818"/>
                  </a:lnTo>
                  <a:lnTo>
                    <a:pt x="704922" y="1124818"/>
                  </a:lnTo>
                  <a:lnTo>
                    <a:pt x="736888" y="1124818"/>
                  </a:lnTo>
                  <a:lnTo>
                    <a:pt x="768983" y="1124818"/>
                  </a:lnTo>
                  <a:lnTo>
                    <a:pt x="800949" y="1124818"/>
                  </a:lnTo>
                  <a:lnTo>
                    <a:pt x="833043" y="1124818"/>
                  </a:lnTo>
                  <a:lnTo>
                    <a:pt x="865137" y="71957"/>
                  </a:lnTo>
                  <a:lnTo>
                    <a:pt x="897104" y="71957"/>
                  </a:lnTo>
                  <a:lnTo>
                    <a:pt x="929197" y="0"/>
                  </a:lnTo>
                  <a:lnTo>
                    <a:pt x="961164" y="0"/>
                  </a:lnTo>
                  <a:lnTo>
                    <a:pt x="993258" y="0"/>
                  </a:lnTo>
                  <a:lnTo>
                    <a:pt x="1025225" y="0"/>
                  </a:lnTo>
                  <a:lnTo>
                    <a:pt x="1057319" y="0"/>
                  </a:lnTo>
                  <a:lnTo>
                    <a:pt x="1089413" y="0"/>
                  </a:lnTo>
                  <a:lnTo>
                    <a:pt x="1121380" y="0"/>
                  </a:lnTo>
                  <a:lnTo>
                    <a:pt x="1153473" y="0"/>
                  </a:lnTo>
                  <a:lnTo>
                    <a:pt x="1185440" y="0"/>
                  </a:lnTo>
                  <a:lnTo>
                    <a:pt x="1217534" y="0"/>
                  </a:lnTo>
                  <a:lnTo>
                    <a:pt x="1249501" y="0"/>
                  </a:lnTo>
                  <a:lnTo>
                    <a:pt x="1281595" y="0"/>
                  </a:lnTo>
                  <a:lnTo>
                    <a:pt x="1313689" y="0"/>
                  </a:lnTo>
                  <a:lnTo>
                    <a:pt x="1345656" y="0"/>
                  </a:lnTo>
                  <a:lnTo>
                    <a:pt x="1377750" y="0"/>
                  </a:lnTo>
                  <a:lnTo>
                    <a:pt x="1409717" y="0"/>
                  </a:lnTo>
                  <a:lnTo>
                    <a:pt x="1441810" y="0"/>
                  </a:lnTo>
                  <a:lnTo>
                    <a:pt x="1473777" y="0"/>
                  </a:lnTo>
                  <a:lnTo>
                    <a:pt x="1505871" y="0"/>
                  </a:lnTo>
                  <a:lnTo>
                    <a:pt x="1537965" y="0"/>
                  </a:lnTo>
                  <a:lnTo>
                    <a:pt x="1569931" y="0"/>
                  </a:lnTo>
                  <a:lnTo>
                    <a:pt x="1602026" y="0"/>
                  </a:lnTo>
                  <a:lnTo>
                    <a:pt x="1633992" y="0"/>
                  </a:lnTo>
                  <a:lnTo>
                    <a:pt x="1666086" y="0"/>
                  </a:lnTo>
                  <a:lnTo>
                    <a:pt x="1698053" y="0"/>
                  </a:lnTo>
                  <a:lnTo>
                    <a:pt x="1730147" y="0"/>
                  </a:lnTo>
                  <a:lnTo>
                    <a:pt x="1762241" y="0"/>
                  </a:lnTo>
                  <a:lnTo>
                    <a:pt x="1794208" y="0"/>
                  </a:lnTo>
                  <a:lnTo>
                    <a:pt x="1826301" y="0"/>
                  </a:lnTo>
                  <a:lnTo>
                    <a:pt x="1858268" y="0"/>
                  </a:lnTo>
                  <a:lnTo>
                    <a:pt x="1890362" y="0"/>
                  </a:lnTo>
                  <a:lnTo>
                    <a:pt x="1922329" y="0"/>
                  </a:lnTo>
                  <a:lnTo>
                    <a:pt x="1954423" y="0"/>
                  </a:lnTo>
                  <a:lnTo>
                    <a:pt x="1986517" y="0"/>
                  </a:lnTo>
                  <a:lnTo>
                    <a:pt x="2018484" y="0"/>
                  </a:lnTo>
                  <a:lnTo>
                    <a:pt x="2050577" y="0"/>
                  </a:lnTo>
                  <a:lnTo>
                    <a:pt x="2082544" y="0"/>
                  </a:lnTo>
                  <a:lnTo>
                    <a:pt x="2114638" y="0"/>
                  </a:lnTo>
                  <a:lnTo>
                    <a:pt x="2146605" y="0"/>
                  </a:lnTo>
                  <a:lnTo>
                    <a:pt x="2178698" y="0"/>
                  </a:lnTo>
                  <a:lnTo>
                    <a:pt x="2210793" y="0"/>
                  </a:lnTo>
                  <a:lnTo>
                    <a:pt x="2242759" y="0"/>
                  </a:lnTo>
                  <a:lnTo>
                    <a:pt x="2274854" y="0"/>
                  </a:lnTo>
                  <a:lnTo>
                    <a:pt x="2306821" y="0"/>
                  </a:lnTo>
                  <a:lnTo>
                    <a:pt x="2338914" y="0"/>
                  </a:lnTo>
                  <a:lnTo>
                    <a:pt x="2370881" y="0"/>
                  </a:lnTo>
                  <a:lnTo>
                    <a:pt x="2402975" y="0"/>
                  </a:lnTo>
                  <a:lnTo>
                    <a:pt x="2435068" y="0"/>
                  </a:lnTo>
                  <a:lnTo>
                    <a:pt x="2467035" y="0"/>
                  </a:lnTo>
                  <a:lnTo>
                    <a:pt x="2499130" y="0"/>
                  </a:lnTo>
                  <a:lnTo>
                    <a:pt x="2531096" y="0"/>
                  </a:lnTo>
                  <a:lnTo>
                    <a:pt x="2563190" y="0"/>
                  </a:lnTo>
                  <a:lnTo>
                    <a:pt x="2595157" y="0"/>
                  </a:lnTo>
                  <a:lnTo>
                    <a:pt x="2627251" y="0"/>
                  </a:lnTo>
                  <a:lnTo>
                    <a:pt x="2659345" y="0"/>
                  </a:lnTo>
                  <a:lnTo>
                    <a:pt x="2691311" y="0"/>
                  </a:lnTo>
                  <a:lnTo>
                    <a:pt x="2723405" y="0"/>
                  </a:lnTo>
                  <a:lnTo>
                    <a:pt x="2755372" y="0"/>
                  </a:lnTo>
                  <a:lnTo>
                    <a:pt x="2787466" y="0"/>
                  </a:lnTo>
                  <a:lnTo>
                    <a:pt x="2819433" y="0"/>
                  </a:lnTo>
                  <a:lnTo>
                    <a:pt x="2851527" y="0"/>
                  </a:lnTo>
                  <a:lnTo>
                    <a:pt x="2883621" y="0"/>
                  </a:lnTo>
                  <a:lnTo>
                    <a:pt x="2883621" y="1048276"/>
                  </a:lnTo>
                  <a:lnTo>
                    <a:pt x="2851527" y="1048276"/>
                  </a:lnTo>
                  <a:lnTo>
                    <a:pt x="2819433" y="1048276"/>
                  </a:lnTo>
                  <a:lnTo>
                    <a:pt x="2787466" y="1048276"/>
                  </a:lnTo>
                  <a:lnTo>
                    <a:pt x="2755372" y="1048276"/>
                  </a:lnTo>
                  <a:lnTo>
                    <a:pt x="2723405" y="1048276"/>
                  </a:lnTo>
                  <a:lnTo>
                    <a:pt x="2691311" y="1048276"/>
                  </a:lnTo>
                  <a:lnTo>
                    <a:pt x="2659345" y="1048276"/>
                  </a:lnTo>
                  <a:lnTo>
                    <a:pt x="2627251" y="1048276"/>
                  </a:lnTo>
                  <a:lnTo>
                    <a:pt x="2595157" y="1048276"/>
                  </a:lnTo>
                  <a:lnTo>
                    <a:pt x="2563190" y="1048276"/>
                  </a:lnTo>
                  <a:lnTo>
                    <a:pt x="2531096" y="1048276"/>
                  </a:lnTo>
                  <a:lnTo>
                    <a:pt x="2499130" y="1048276"/>
                  </a:lnTo>
                  <a:lnTo>
                    <a:pt x="2467035" y="1048276"/>
                  </a:lnTo>
                  <a:lnTo>
                    <a:pt x="2435068" y="1048276"/>
                  </a:lnTo>
                  <a:lnTo>
                    <a:pt x="2402975" y="1048276"/>
                  </a:lnTo>
                  <a:lnTo>
                    <a:pt x="2370881" y="1048276"/>
                  </a:lnTo>
                  <a:lnTo>
                    <a:pt x="2338914" y="1048276"/>
                  </a:lnTo>
                  <a:lnTo>
                    <a:pt x="2306821" y="1048276"/>
                  </a:lnTo>
                  <a:lnTo>
                    <a:pt x="2274854" y="1048276"/>
                  </a:lnTo>
                  <a:lnTo>
                    <a:pt x="2242759" y="1048276"/>
                  </a:lnTo>
                  <a:lnTo>
                    <a:pt x="2210793" y="1048276"/>
                  </a:lnTo>
                  <a:lnTo>
                    <a:pt x="2178698" y="1048276"/>
                  </a:lnTo>
                  <a:lnTo>
                    <a:pt x="2146605" y="1048276"/>
                  </a:lnTo>
                  <a:lnTo>
                    <a:pt x="2114638" y="1048276"/>
                  </a:lnTo>
                  <a:lnTo>
                    <a:pt x="2082544" y="1048276"/>
                  </a:lnTo>
                  <a:lnTo>
                    <a:pt x="2050577" y="1048276"/>
                  </a:lnTo>
                  <a:lnTo>
                    <a:pt x="2018484" y="1048276"/>
                  </a:lnTo>
                  <a:lnTo>
                    <a:pt x="1986517" y="1048276"/>
                  </a:lnTo>
                  <a:lnTo>
                    <a:pt x="1954423" y="1048276"/>
                  </a:lnTo>
                  <a:lnTo>
                    <a:pt x="1922329" y="1048276"/>
                  </a:lnTo>
                  <a:lnTo>
                    <a:pt x="1890362" y="1048276"/>
                  </a:lnTo>
                  <a:lnTo>
                    <a:pt x="1858268" y="1048276"/>
                  </a:lnTo>
                  <a:lnTo>
                    <a:pt x="1826301" y="1048276"/>
                  </a:lnTo>
                  <a:lnTo>
                    <a:pt x="1794208" y="1048276"/>
                  </a:lnTo>
                  <a:lnTo>
                    <a:pt x="1762241" y="1048276"/>
                  </a:lnTo>
                  <a:lnTo>
                    <a:pt x="1730147" y="1048276"/>
                  </a:lnTo>
                  <a:lnTo>
                    <a:pt x="1698053" y="1048276"/>
                  </a:lnTo>
                  <a:lnTo>
                    <a:pt x="1666086" y="1048276"/>
                  </a:lnTo>
                  <a:lnTo>
                    <a:pt x="1633992" y="1048276"/>
                  </a:lnTo>
                  <a:lnTo>
                    <a:pt x="1602026" y="1048276"/>
                  </a:lnTo>
                  <a:lnTo>
                    <a:pt x="1569931" y="1048276"/>
                  </a:lnTo>
                  <a:lnTo>
                    <a:pt x="1537965" y="1048276"/>
                  </a:lnTo>
                  <a:lnTo>
                    <a:pt x="1505871" y="1048276"/>
                  </a:lnTo>
                  <a:lnTo>
                    <a:pt x="1473777" y="1048276"/>
                  </a:lnTo>
                  <a:lnTo>
                    <a:pt x="1441810" y="1048276"/>
                  </a:lnTo>
                  <a:lnTo>
                    <a:pt x="1409717" y="1048276"/>
                  </a:lnTo>
                  <a:lnTo>
                    <a:pt x="1377750" y="1048276"/>
                  </a:lnTo>
                  <a:lnTo>
                    <a:pt x="1345656" y="1048276"/>
                  </a:lnTo>
                  <a:lnTo>
                    <a:pt x="1313689" y="1048276"/>
                  </a:lnTo>
                  <a:lnTo>
                    <a:pt x="1281595" y="1048276"/>
                  </a:lnTo>
                  <a:lnTo>
                    <a:pt x="1249501" y="1048276"/>
                  </a:lnTo>
                  <a:lnTo>
                    <a:pt x="1217534" y="1048276"/>
                  </a:lnTo>
                  <a:lnTo>
                    <a:pt x="1185440" y="1048276"/>
                  </a:lnTo>
                  <a:lnTo>
                    <a:pt x="1153473" y="1048276"/>
                  </a:lnTo>
                  <a:lnTo>
                    <a:pt x="1121380" y="1048276"/>
                  </a:lnTo>
                  <a:lnTo>
                    <a:pt x="1089413" y="1048276"/>
                  </a:lnTo>
                  <a:lnTo>
                    <a:pt x="1057319" y="1048276"/>
                  </a:lnTo>
                  <a:lnTo>
                    <a:pt x="1025225" y="1048276"/>
                  </a:lnTo>
                  <a:lnTo>
                    <a:pt x="993258" y="1048276"/>
                  </a:lnTo>
                  <a:lnTo>
                    <a:pt x="961164" y="1048276"/>
                  </a:lnTo>
                  <a:lnTo>
                    <a:pt x="929197" y="1048276"/>
                  </a:lnTo>
                  <a:lnTo>
                    <a:pt x="897104" y="1102403"/>
                  </a:lnTo>
                  <a:lnTo>
                    <a:pt x="865137" y="1102403"/>
                  </a:lnTo>
                  <a:lnTo>
                    <a:pt x="833043" y="1124818"/>
                  </a:lnTo>
                  <a:lnTo>
                    <a:pt x="800949" y="1124818"/>
                  </a:lnTo>
                  <a:lnTo>
                    <a:pt x="768983" y="1124818"/>
                  </a:lnTo>
                  <a:lnTo>
                    <a:pt x="736888" y="1124818"/>
                  </a:lnTo>
                  <a:lnTo>
                    <a:pt x="704922" y="1124818"/>
                  </a:lnTo>
                  <a:lnTo>
                    <a:pt x="672827" y="1124818"/>
                  </a:lnTo>
                  <a:lnTo>
                    <a:pt x="640861" y="1124818"/>
                  </a:lnTo>
                  <a:lnTo>
                    <a:pt x="608767" y="1124818"/>
                  </a:lnTo>
                  <a:lnTo>
                    <a:pt x="576673" y="1124818"/>
                  </a:lnTo>
                  <a:lnTo>
                    <a:pt x="544706" y="1124818"/>
                  </a:lnTo>
                  <a:lnTo>
                    <a:pt x="512613" y="1124818"/>
                  </a:lnTo>
                  <a:lnTo>
                    <a:pt x="480646" y="1124818"/>
                  </a:lnTo>
                  <a:lnTo>
                    <a:pt x="448552" y="1124818"/>
                  </a:lnTo>
                  <a:lnTo>
                    <a:pt x="416585" y="1124818"/>
                  </a:lnTo>
                  <a:lnTo>
                    <a:pt x="384491" y="1124818"/>
                  </a:lnTo>
                  <a:lnTo>
                    <a:pt x="352397" y="1124818"/>
                  </a:lnTo>
                  <a:lnTo>
                    <a:pt x="320430" y="1124818"/>
                  </a:lnTo>
                  <a:lnTo>
                    <a:pt x="288336" y="1124818"/>
                  </a:lnTo>
                  <a:lnTo>
                    <a:pt x="256370" y="1124818"/>
                  </a:lnTo>
                  <a:lnTo>
                    <a:pt x="224276" y="1124818"/>
                  </a:lnTo>
                  <a:lnTo>
                    <a:pt x="192309" y="1124818"/>
                  </a:lnTo>
                  <a:lnTo>
                    <a:pt x="160215" y="1124818"/>
                  </a:lnTo>
                  <a:lnTo>
                    <a:pt x="128121" y="1124818"/>
                  </a:lnTo>
                  <a:lnTo>
                    <a:pt x="96155" y="1124818"/>
                  </a:lnTo>
                  <a:lnTo>
                    <a:pt x="64060" y="1124818"/>
                  </a:lnTo>
                  <a:lnTo>
                    <a:pt x="32093" y="1124818"/>
                  </a:lnTo>
                  <a:lnTo>
                    <a:pt x="0" y="1124818"/>
                  </a:lnTo>
                  <a:close/>
                </a:path>
              </a:pathLst>
            </a:custGeom>
            <a:solidFill>
              <a:srgbClr val="8C8C8C">
                <a:alpha val="18000"/>
              </a:srgbClr>
            </a:solidFill>
            <a:ln w="0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3" name="Freeform 232">
              <a:extLst>
                <a:ext uri="{FF2B5EF4-FFF2-40B4-BE49-F238E27FC236}">
                  <a16:creationId xmlns:a16="http://schemas.microsoft.com/office/drawing/2014/main" id="{10D2EF60-C1AD-DA09-19EB-F62A084FE82F}"/>
                </a:ext>
              </a:extLst>
            </p:cNvPr>
            <p:cNvSpPr/>
            <p:nvPr/>
          </p:nvSpPr>
          <p:spPr>
            <a:xfrm>
              <a:off x="8507653" y="3938606"/>
              <a:ext cx="2883620" cy="1124818"/>
            </a:xfrm>
            <a:custGeom>
              <a:avLst/>
              <a:gdLst>
                <a:gd name="csX0" fmla="*/ 0 w 2883620"/>
                <a:gd name="csY0" fmla="*/ 1124818 h 1124818"/>
                <a:gd name="csX1" fmla="*/ 32093 w 2883620"/>
                <a:gd name="csY1" fmla="*/ 1124818 h 1124818"/>
                <a:gd name="csX2" fmla="*/ 64060 w 2883620"/>
                <a:gd name="csY2" fmla="*/ 1124818 h 1124818"/>
                <a:gd name="csX3" fmla="*/ 96155 w 2883620"/>
                <a:gd name="csY3" fmla="*/ 1124818 h 1124818"/>
                <a:gd name="csX4" fmla="*/ 128121 w 2883620"/>
                <a:gd name="csY4" fmla="*/ 1124818 h 1124818"/>
                <a:gd name="csX5" fmla="*/ 160215 w 2883620"/>
                <a:gd name="csY5" fmla="*/ 1124818 h 1124818"/>
                <a:gd name="csX6" fmla="*/ 192309 w 2883620"/>
                <a:gd name="csY6" fmla="*/ 1124818 h 1124818"/>
                <a:gd name="csX7" fmla="*/ 224276 w 2883620"/>
                <a:gd name="csY7" fmla="*/ 1124818 h 1124818"/>
                <a:gd name="csX8" fmla="*/ 256370 w 2883620"/>
                <a:gd name="csY8" fmla="*/ 1124818 h 1124818"/>
                <a:gd name="csX9" fmla="*/ 288336 w 2883620"/>
                <a:gd name="csY9" fmla="*/ 1124818 h 1124818"/>
                <a:gd name="csX10" fmla="*/ 320430 w 2883620"/>
                <a:gd name="csY10" fmla="*/ 1124818 h 1124818"/>
                <a:gd name="csX11" fmla="*/ 352397 w 2883620"/>
                <a:gd name="csY11" fmla="*/ 1124818 h 1124818"/>
                <a:gd name="csX12" fmla="*/ 384491 w 2883620"/>
                <a:gd name="csY12" fmla="*/ 1124818 h 1124818"/>
                <a:gd name="csX13" fmla="*/ 416585 w 2883620"/>
                <a:gd name="csY13" fmla="*/ 1124818 h 1124818"/>
                <a:gd name="csX14" fmla="*/ 448552 w 2883620"/>
                <a:gd name="csY14" fmla="*/ 1124818 h 1124818"/>
                <a:gd name="csX15" fmla="*/ 480646 w 2883620"/>
                <a:gd name="csY15" fmla="*/ 1124818 h 1124818"/>
                <a:gd name="csX16" fmla="*/ 512613 w 2883620"/>
                <a:gd name="csY16" fmla="*/ 1124818 h 1124818"/>
                <a:gd name="csX17" fmla="*/ 544706 w 2883620"/>
                <a:gd name="csY17" fmla="*/ 1124818 h 1124818"/>
                <a:gd name="csX18" fmla="*/ 576673 w 2883620"/>
                <a:gd name="csY18" fmla="*/ 1124818 h 1124818"/>
                <a:gd name="csX19" fmla="*/ 608767 w 2883620"/>
                <a:gd name="csY19" fmla="*/ 1124818 h 1124818"/>
                <a:gd name="csX20" fmla="*/ 640861 w 2883620"/>
                <a:gd name="csY20" fmla="*/ 1124818 h 1124818"/>
                <a:gd name="csX21" fmla="*/ 672827 w 2883620"/>
                <a:gd name="csY21" fmla="*/ 1124818 h 1124818"/>
                <a:gd name="csX22" fmla="*/ 704922 w 2883620"/>
                <a:gd name="csY22" fmla="*/ 1124818 h 1124818"/>
                <a:gd name="csX23" fmla="*/ 736888 w 2883620"/>
                <a:gd name="csY23" fmla="*/ 1124818 h 1124818"/>
                <a:gd name="csX24" fmla="*/ 768983 w 2883620"/>
                <a:gd name="csY24" fmla="*/ 1124818 h 1124818"/>
                <a:gd name="csX25" fmla="*/ 800949 w 2883620"/>
                <a:gd name="csY25" fmla="*/ 1124818 h 1124818"/>
                <a:gd name="csX26" fmla="*/ 833043 w 2883620"/>
                <a:gd name="csY26" fmla="*/ 1124818 h 1124818"/>
                <a:gd name="csX27" fmla="*/ 865137 w 2883620"/>
                <a:gd name="csY27" fmla="*/ 71957 h 1124818"/>
                <a:gd name="csX28" fmla="*/ 897104 w 2883620"/>
                <a:gd name="csY28" fmla="*/ 71957 h 1124818"/>
                <a:gd name="csX29" fmla="*/ 929197 w 2883620"/>
                <a:gd name="csY29" fmla="*/ 0 h 1124818"/>
                <a:gd name="csX30" fmla="*/ 961164 w 2883620"/>
                <a:gd name="csY30" fmla="*/ 0 h 1124818"/>
                <a:gd name="csX31" fmla="*/ 993258 w 2883620"/>
                <a:gd name="csY31" fmla="*/ 0 h 1124818"/>
                <a:gd name="csX32" fmla="*/ 1025225 w 2883620"/>
                <a:gd name="csY32" fmla="*/ 0 h 1124818"/>
                <a:gd name="csX33" fmla="*/ 1057319 w 2883620"/>
                <a:gd name="csY33" fmla="*/ 0 h 1124818"/>
                <a:gd name="csX34" fmla="*/ 1089413 w 2883620"/>
                <a:gd name="csY34" fmla="*/ 0 h 1124818"/>
                <a:gd name="csX35" fmla="*/ 1121380 w 2883620"/>
                <a:gd name="csY35" fmla="*/ 0 h 1124818"/>
                <a:gd name="csX36" fmla="*/ 1153473 w 2883620"/>
                <a:gd name="csY36" fmla="*/ 0 h 1124818"/>
                <a:gd name="csX37" fmla="*/ 1185440 w 2883620"/>
                <a:gd name="csY37" fmla="*/ 0 h 1124818"/>
                <a:gd name="csX38" fmla="*/ 1217534 w 2883620"/>
                <a:gd name="csY38" fmla="*/ 0 h 1124818"/>
                <a:gd name="csX39" fmla="*/ 1249501 w 2883620"/>
                <a:gd name="csY39" fmla="*/ 0 h 1124818"/>
                <a:gd name="csX40" fmla="*/ 1281595 w 2883620"/>
                <a:gd name="csY40" fmla="*/ 0 h 1124818"/>
                <a:gd name="csX41" fmla="*/ 1313689 w 2883620"/>
                <a:gd name="csY41" fmla="*/ 0 h 1124818"/>
                <a:gd name="csX42" fmla="*/ 1345656 w 2883620"/>
                <a:gd name="csY42" fmla="*/ 0 h 1124818"/>
                <a:gd name="csX43" fmla="*/ 1377750 w 2883620"/>
                <a:gd name="csY43" fmla="*/ 0 h 1124818"/>
                <a:gd name="csX44" fmla="*/ 1409717 w 2883620"/>
                <a:gd name="csY44" fmla="*/ 0 h 1124818"/>
                <a:gd name="csX45" fmla="*/ 1441810 w 2883620"/>
                <a:gd name="csY45" fmla="*/ 0 h 1124818"/>
                <a:gd name="csX46" fmla="*/ 1473777 w 2883620"/>
                <a:gd name="csY46" fmla="*/ 0 h 1124818"/>
                <a:gd name="csX47" fmla="*/ 1505871 w 2883620"/>
                <a:gd name="csY47" fmla="*/ 0 h 1124818"/>
                <a:gd name="csX48" fmla="*/ 1537965 w 2883620"/>
                <a:gd name="csY48" fmla="*/ 0 h 1124818"/>
                <a:gd name="csX49" fmla="*/ 1569931 w 2883620"/>
                <a:gd name="csY49" fmla="*/ 0 h 1124818"/>
                <a:gd name="csX50" fmla="*/ 1602026 w 2883620"/>
                <a:gd name="csY50" fmla="*/ 0 h 1124818"/>
                <a:gd name="csX51" fmla="*/ 1633992 w 2883620"/>
                <a:gd name="csY51" fmla="*/ 0 h 1124818"/>
                <a:gd name="csX52" fmla="*/ 1666086 w 2883620"/>
                <a:gd name="csY52" fmla="*/ 0 h 1124818"/>
                <a:gd name="csX53" fmla="*/ 1698053 w 2883620"/>
                <a:gd name="csY53" fmla="*/ 0 h 1124818"/>
                <a:gd name="csX54" fmla="*/ 1730147 w 2883620"/>
                <a:gd name="csY54" fmla="*/ 0 h 1124818"/>
                <a:gd name="csX55" fmla="*/ 1762241 w 2883620"/>
                <a:gd name="csY55" fmla="*/ 0 h 1124818"/>
                <a:gd name="csX56" fmla="*/ 1794208 w 2883620"/>
                <a:gd name="csY56" fmla="*/ 0 h 1124818"/>
                <a:gd name="csX57" fmla="*/ 1826301 w 2883620"/>
                <a:gd name="csY57" fmla="*/ 0 h 1124818"/>
                <a:gd name="csX58" fmla="*/ 1858268 w 2883620"/>
                <a:gd name="csY58" fmla="*/ 0 h 1124818"/>
                <a:gd name="csX59" fmla="*/ 1890362 w 2883620"/>
                <a:gd name="csY59" fmla="*/ 0 h 1124818"/>
                <a:gd name="csX60" fmla="*/ 1922329 w 2883620"/>
                <a:gd name="csY60" fmla="*/ 0 h 1124818"/>
                <a:gd name="csX61" fmla="*/ 1954423 w 2883620"/>
                <a:gd name="csY61" fmla="*/ 0 h 1124818"/>
                <a:gd name="csX62" fmla="*/ 1986517 w 2883620"/>
                <a:gd name="csY62" fmla="*/ 0 h 1124818"/>
                <a:gd name="csX63" fmla="*/ 2018484 w 2883620"/>
                <a:gd name="csY63" fmla="*/ 0 h 1124818"/>
                <a:gd name="csX64" fmla="*/ 2050577 w 2883620"/>
                <a:gd name="csY64" fmla="*/ 0 h 1124818"/>
                <a:gd name="csX65" fmla="*/ 2082544 w 2883620"/>
                <a:gd name="csY65" fmla="*/ 0 h 1124818"/>
                <a:gd name="csX66" fmla="*/ 2114638 w 2883620"/>
                <a:gd name="csY66" fmla="*/ 0 h 1124818"/>
                <a:gd name="csX67" fmla="*/ 2146605 w 2883620"/>
                <a:gd name="csY67" fmla="*/ 0 h 1124818"/>
                <a:gd name="csX68" fmla="*/ 2178698 w 2883620"/>
                <a:gd name="csY68" fmla="*/ 0 h 1124818"/>
                <a:gd name="csX69" fmla="*/ 2210793 w 2883620"/>
                <a:gd name="csY69" fmla="*/ 0 h 1124818"/>
                <a:gd name="csX70" fmla="*/ 2242759 w 2883620"/>
                <a:gd name="csY70" fmla="*/ 0 h 1124818"/>
                <a:gd name="csX71" fmla="*/ 2274854 w 2883620"/>
                <a:gd name="csY71" fmla="*/ 0 h 1124818"/>
                <a:gd name="csX72" fmla="*/ 2306821 w 2883620"/>
                <a:gd name="csY72" fmla="*/ 0 h 1124818"/>
                <a:gd name="csX73" fmla="*/ 2338914 w 2883620"/>
                <a:gd name="csY73" fmla="*/ 0 h 1124818"/>
                <a:gd name="csX74" fmla="*/ 2370881 w 2883620"/>
                <a:gd name="csY74" fmla="*/ 0 h 1124818"/>
                <a:gd name="csX75" fmla="*/ 2402975 w 2883620"/>
                <a:gd name="csY75" fmla="*/ 0 h 1124818"/>
                <a:gd name="csX76" fmla="*/ 2435068 w 2883620"/>
                <a:gd name="csY76" fmla="*/ 0 h 1124818"/>
                <a:gd name="csX77" fmla="*/ 2467035 w 2883620"/>
                <a:gd name="csY77" fmla="*/ 0 h 1124818"/>
                <a:gd name="csX78" fmla="*/ 2499130 w 2883620"/>
                <a:gd name="csY78" fmla="*/ 0 h 1124818"/>
                <a:gd name="csX79" fmla="*/ 2531096 w 2883620"/>
                <a:gd name="csY79" fmla="*/ 0 h 1124818"/>
                <a:gd name="csX80" fmla="*/ 2563190 w 2883620"/>
                <a:gd name="csY80" fmla="*/ 0 h 1124818"/>
                <a:gd name="csX81" fmla="*/ 2595157 w 2883620"/>
                <a:gd name="csY81" fmla="*/ 0 h 1124818"/>
                <a:gd name="csX82" fmla="*/ 2627251 w 2883620"/>
                <a:gd name="csY82" fmla="*/ 0 h 1124818"/>
                <a:gd name="csX83" fmla="*/ 2659345 w 2883620"/>
                <a:gd name="csY83" fmla="*/ 0 h 1124818"/>
                <a:gd name="csX84" fmla="*/ 2691311 w 2883620"/>
                <a:gd name="csY84" fmla="*/ 0 h 1124818"/>
                <a:gd name="csX85" fmla="*/ 2723405 w 2883620"/>
                <a:gd name="csY85" fmla="*/ 0 h 1124818"/>
                <a:gd name="csX86" fmla="*/ 2755372 w 2883620"/>
                <a:gd name="csY86" fmla="*/ 0 h 1124818"/>
                <a:gd name="csX87" fmla="*/ 2787466 w 2883620"/>
                <a:gd name="csY87" fmla="*/ 0 h 1124818"/>
                <a:gd name="csX88" fmla="*/ 2819433 w 2883620"/>
                <a:gd name="csY88" fmla="*/ 0 h 1124818"/>
                <a:gd name="csX89" fmla="*/ 2851527 w 2883620"/>
                <a:gd name="csY89" fmla="*/ 0 h 1124818"/>
                <a:gd name="csX90" fmla="*/ 2883621 w 2883620"/>
                <a:gd name="csY90" fmla="*/ 0 h 11248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</a:cxnLst>
              <a:rect l="l" t="t" r="r" b="b"/>
              <a:pathLst>
                <a:path w="2883620" h="1124818">
                  <a:moveTo>
                    <a:pt x="0" y="1124818"/>
                  </a:moveTo>
                  <a:lnTo>
                    <a:pt x="32093" y="1124818"/>
                  </a:lnTo>
                  <a:lnTo>
                    <a:pt x="64060" y="1124818"/>
                  </a:lnTo>
                  <a:lnTo>
                    <a:pt x="96155" y="1124818"/>
                  </a:lnTo>
                  <a:lnTo>
                    <a:pt x="128121" y="1124818"/>
                  </a:lnTo>
                  <a:lnTo>
                    <a:pt x="160215" y="1124818"/>
                  </a:lnTo>
                  <a:lnTo>
                    <a:pt x="192309" y="1124818"/>
                  </a:lnTo>
                  <a:lnTo>
                    <a:pt x="224276" y="1124818"/>
                  </a:lnTo>
                  <a:lnTo>
                    <a:pt x="256370" y="1124818"/>
                  </a:lnTo>
                  <a:lnTo>
                    <a:pt x="288336" y="1124818"/>
                  </a:lnTo>
                  <a:lnTo>
                    <a:pt x="320430" y="1124818"/>
                  </a:lnTo>
                  <a:lnTo>
                    <a:pt x="352397" y="1124818"/>
                  </a:lnTo>
                  <a:lnTo>
                    <a:pt x="384491" y="1124818"/>
                  </a:lnTo>
                  <a:lnTo>
                    <a:pt x="416585" y="1124818"/>
                  </a:lnTo>
                  <a:lnTo>
                    <a:pt x="448552" y="1124818"/>
                  </a:lnTo>
                  <a:lnTo>
                    <a:pt x="480646" y="1124818"/>
                  </a:lnTo>
                  <a:lnTo>
                    <a:pt x="512613" y="1124818"/>
                  </a:lnTo>
                  <a:lnTo>
                    <a:pt x="544706" y="1124818"/>
                  </a:lnTo>
                  <a:lnTo>
                    <a:pt x="576673" y="1124818"/>
                  </a:lnTo>
                  <a:lnTo>
                    <a:pt x="608767" y="1124818"/>
                  </a:lnTo>
                  <a:lnTo>
                    <a:pt x="640861" y="1124818"/>
                  </a:lnTo>
                  <a:lnTo>
                    <a:pt x="672827" y="1124818"/>
                  </a:lnTo>
                  <a:lnTo>
                    <a:pt x="704922" y="1124818"/>
                  </a:lnTo>
                  <a:lnTo>
                    <a:pt x="736888" y="1124818"/>
                  </a:lnTo>
                  <a:lnTo>
                    <a:pt x="768983" y="1124818"/>
                  </a:lnTo>
                  <a:lnTo>
                    <a:pt x="800949" y="1124818"/>
                  </a:lnTo>
                  <a:lnTo>
                    <a:pt x="833043" y="1124818"/>
                  </a:lnTo>
                  <a:lnTo>
                    <a:pt x="865137" y="71957"/>
                  </a:lnTo>
                  <a:lnTo>
                    <a:pt x="897104" y="71957"/>
                  </a:lnTo>
                  <a:lnTo>
                    <a:pt x="929197" y="0"/>
                  </a:lnTo>
                  <a:lnTo>
                    <a:pt x="961164" y="0"/>
                  </a:lnTo>
                  <a:lnTo>
                    <a:pt x="993258" y="0"/>
                  </a:lnTo>
                  <a:lnTo>
                    <a:pt x="1025225" y="0"/>
                  </a:lnTo>
                  <a:lnTo>
                    <a:pt x="1057319" y="0"/>
                  </a:lnTo>
                  <a:lnTo>
                    <a:pt x="1089413" y="0"/>
                  </a:lnTo>
                  <a:lnTo>
                    <a:pt x="1121380" y="0"/>
                  </a:lnTo>
                  <a:lnTo>
                    <a:pt x="1153473" y="0"/>
                  </a:lnTo>
                  <a:lnTo>
                    <a:pt x="1185440" y="0"/>
                  </a:lnTo>
                  <a:lnTo>
                    <a:pt x="1217534" y="0"/>
                  </a:lnTo>
                  <a:lnTo>
                    <a:pt x="1249501" y="0"/>
                  </a:lnTo>
                  <a:lnTo>
                    <a:pt x="1281595" y="0"/>
                  </a:lnTo>
                  <a:lnTo>
                    <a:pt x="1313689" y="0"/>
                  </a:lnTo>
                  <a:lnTo>
                    <a:pt x="1345656" y="0"/>
                  </a:lnTo>
                  <a:lnTo>
                    <a:pt x="1377750" y="0"/>
                  </a:lnTo>
                  <a:lnTo>
                    <a:pt x="1409717" y="0"/>
                  </a:lnTo>
                  <a:lnTo>
                    <a:pt x="1441810" y="0"/>
                  </a:lnTo>
                  <a:lnTo>
                    <a:pt x="1473777" y="0"/>
                  </a:lnTo>
                  <a:lnTo>
                    <a:pt x="1505871" y="0"/>
                  </a:lnTo>
                  <a:lnTo>
                    <a:pt x="1537965" y="0"/>
                  </a:lnTo>
                  <a:lnTo>
                    <a:pt x="1569931" y="0"/>
                  </a:lnTo>
                  <a:lnTo>
                    <a:pt x="1602026" y="0"/>
                  </a:lnTo>
                  <a:lnTo>
                    <a:pt x="1633992" y="0"/>
                  </a:lnTo>
                  <a:lnTo>
                    <a:pt x="1666086" y="0"/>
                  </a:lnTo>
                  <a:lnTo>
                    <a:pt x="1698053" y="0"/>
                  </a:lnTo>
                  <a:lnTo>
                    <a:pt x="1730147" y="0"/>
                  </a:lnTo>
                  <a:lnTo>
                    <a:pt x="1762241" y="0"/>
                  </a:lnTo>
                  <a:lnTo>
                    <a:pt x="1794208" y="0"/>
                  </a:lnTo>
                  <a:lnTo>
                    <a:pt x="1826301" y="0"/>
                  </a:lnTo>
                  <a:lnTo>
                    <a:pt x="1858268" y="0"/>
                  </a:lnTo>
                  <a:lnTo>
                    <a:pt x="1890362" y="0"/>
                  </a:lnTo>
                  <a:lnTo>
                    <a:pt x="1922329" y="0"/>
                  </a:lnTo>
                  <a:lnTo>
                    <a:pt x="1954423" y="0"/>
                  </a:lnTo>
                  <a:lnTo>
                    <a:pt x="1986517" y="0"/>
                  </a:lnTo>
                  <a:lnTo>
                    <a:pt x="2018484" y="0"/>
                  </a:lnTo>
                  <a:lnTo>
                    <a:pt x="2050577" y="0"/>
                  </a:lnTo>
                  <a:lnTo>
                    <a:pt x="2082544" y="0"/>
                  </a:lnTo>
                  <a:lnTo>
                    <a:pt x="2114638" y="0"/>
                  </a:lnTo>
                  <a:lnTo>
                    <a:pt x="2146605" y="0"/>
                  </a:lnTo>
                  <a:lnTo>
                    <a:pt x="2178698" y="0"/>
                  </a:lnTo>
                  <a:lnTo>
                    <a:pt x="2210793" y="0"/>
                  </a:lnTo>
                  <a:lnTo>
                    <a:pt x="2242759" y="0"/>
                  </a:lnTo>
                  <a:lnTo>
                    <a:pt x="2274854" y="0"/>
                  </a:lnTo>
                  <a:lnTo>
                    <a:pt x="2306821" y="0"/>
                  </a:lnTo>
                  <a:lnTo>
                    <a:pt x="2338914" y="0"/>
                  </a:lnTo>
                  <a:lnTo>
                    <a:pt x="2370881" y="0"/>
                  </a:lnTo>
                  <a:lnTo>
                    <a:pt x="2402975" y="0"/>
                  </a:lnTo>
                  <a:lnTo>
                    <a:pt x="2435068" y="0"/>
                  </a:lnTo>
                  <a:lnTo>
                    <a:pt x="2467035" y="0"/>
                  </a:lnTo>
                  <a:lnTo>
                    <a:pt x="2499130" y="0"/>
                  </a:lnTo>
                  <a:lnTo>
                    <a:pt x="2531096" y="0"/>
                  </a:lnTo>
                  <a:lnTo>
                    <a:pt x="2563190" y="0"/>
                  </a:lnTo>
                  <a:lnTo>
                    <a:pt x="2595157" y="0"/>
                  </a:lnTo>
                  <a:lnTo>
                    <a:pt x="2627251" y="0"/>
                  </a:lnTo>
                  <a:lnTo>
                    <a:pt x="2659345" y="0"/>
                  </a:lnTo>
                  <a:lnTo>
                    <a:pt x="2691311" y="0"/>
                  </a:lnTo>
                  <a:lnTo>
                    <a:pt x="2723405" y="0"/>
                  </a:lnTo>
                  <a:lnTo>
                    <a:pt x="2755372" y="0"/>
                  </a:lnTo>
                  <a:lnTo>
                    <a:pt x="2787466" y="0"/>
                  </a:lnTo>
                  <a:lnTo>
                    <a:pt x="2819433" y="0"/>
                  </a:lnTo>
                  <a:lnTo>
                    <a:pt x="2851527" y="0"/>
                  </a:lnTo>
                  <a:lnTo>
                    <a:pt x="2883621" y="0"/>
                  </a:lnTo>
                </a:path>
              </a:pathLst>
            </a:custGeom>
            <a:noFill/>
            <a:ln w="14770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1F445675-7298-2899-A189-C0C8B2AEE11B}"/>
                </a:ext>
              </a:extLst>
            </p:cNvPr>
            <p:cNvSpPr/>
            <p:nvPr/>
          </p:nvSpPr>
          <p:spPr>
            <a:xfrm>
              <a:off x="8507653" y="4986883"/>
              <a:ext cx="2883620" cy="76541"/>
            </a:xfrm>
            <a:custGeom>
              <a:avLst/>
              <a:gdLst>
                <a:gd name="csX0" fmla="*/ 2883621 w 2883620"/>
                <a:gd name="csY0" fmla="*/ 0 h 76541"/>
                <a:gd name="csX1" fmla="*/ 2851527 w 2883620"/>
                <a:gd name="csY1" fmla="*/ 0 h 76541"/>
                <a:gd name="csX2" fmla="*/ 2819433 w 2883620"/>
                <a:gd name="csY2" fmla="*/ 0 h 76541"/>
                <a:gd name="csX3" fmla="*/ 2787466 w 2883620"/>
                <a:gd name="csY3" fmla="*/ 0 h 76541"/>
                <a:gd name="csX4" fmla="*/ 2755372 w 2883620"/>
                <a:gd name="csY4" fmla="*/ 0 h 76541"/>
                <a:gd name="csX5" fmla="*/ 2723405 w 2883620"/>
                <a:gd name="csY5" fmla="*/ 0 h 76541"/>
                <a:gd name="csX6" fmla="*/ 2691311 w 2883620"/>
                <a:gd name="csY6" fmla="*/ 0 h 76541"/>
                <a:gd name="csX7" fmla="*/ 2659345 w 2883620"/>
                <a:gd name="csY7" fmla="*/ 0 h 76541"/>
                <a:gd name="csX8" fmla="*/ 2627251 w 2883620"/>
                <a:gd name="csY8" fmla="*/ 0 h 76541"/>
                <a:gd name="csX9" fmla="*/ 2595157 w 2883620"/>
                <a:gd name="csY9" fmla="*/ 0 h 76541"/>
                <a:gd name="csX10" fmla="*/ 2563190 w 2883620"/>
                <a:gd name="csY10" fmla="*/ 0 h 76541"/>
                <a:gd name="csX11" fmla="*/ 2531096 w 2883620"/>
                <a:gd name="csY11" fmla="*/ 0 h 76541"/>
                <a:gd name="csX12" fmla="*/ 2499130 w 2883620"/>
                <a:gd name="csY12" fmla="*/ 0 h 76541"/>
                <a:gd name="csX13" fmla="*/ 2467035 w 2883620"/>
                <a:gd name="csY13" fmla="*/ 0 h 76541"/>
                <a:gd name="csX14" fmla="*/ 2435068 w 2883620"/>
                <a:gd name="csY14" fmla="*/ 0 h 76541"/>
                <a:gd name="csX15" fmla="*/ 2402975 w 2883620"/>
                <a:gd name="csY15" fmla="*/ 0 h 76541"/>
                <a:gd name="csX16" fmla="*/ 2370881 w 2883620"/>
                <a:gd name="csY16" fmla="*/ 0 h 76541"/>
                <a:gd name="csX17" fmla="*/ 2338914 w 2883620"/>
                <a:gd name="csY17" fmla="*/ 0 h 76541"/>
                <a:gd name="csX18" fmla="*/ 2306821 w 2883620"/>
                <a:gd name="csY18" fmla="*/ 0 h 76541"/>
                <a:gd name="csX19" fmla="*/ 2274854 w 2883620"/>
                <a:gd name="csY19" fmla="*/ 0 h 76541"/>
                <a:gd name="csX20" fmla="*/ 2242759 w 2883620"/>
                <a:gd name="csY20" fmla="*/ 0 h 76541"/>
                <a:gd name="csX21" fmla="*/ 2210793 w 2883620"/>
                <a:gd name="csY21" fmla="*/ 0 h 76541"/>
                <a:gd name="csX22" fmla="*/ 2178698 w 2883620"/>
                <a:gd name="csY22" fmla="*/ 0 h 76541"/>
                <a:gd name="csX23" fmla="*/ 2146605 w 2883620"/>
                <a:gd name="csY23" fmla="*/ 0 h 76541"/>
                <a:gd name="csX24" fmla="*/ 2114638 w 2883620"/>
                <a:gd name="csY24" fmla="*/ 0 h 76541"/>
                <a:gd name="csX25" fmla="*/ 2082544 w 2883620"/>
                <a:gd name="csY25" fmla="*/ 0 h 76541"/>
                <a:gd name="csX26" fmla="*/ 2050577 w 2883620"/>
                <a:gd name="csY26" fmla="*/ 0 h 76541"/>
                <a:gd name="csX27" fmla="*/ 2018484 w 2883620"/>
                <a:gd name="csY27" fmla="*/ 0 h 76541"/>
                <a:gd name="csX28" fmla="*/ 1986517 w 2883620"/>
                <a:gd name="csY28" fmla="*/ 0 h 76541"/>
                <a:gd name="csX29" fmla="*/ 1954423 w 2883620"/>
                <a:gd name="csY29" fmla="*/ 0 h 76541"/>
                <a:gd name="csX30" fmla="*/ 1922329 w 2883620"/>
                <a:gd name="csY30" fmla="*/ 0 h 76541"/>
                <a:gd name="csX31" fmla="*/ 1890362 w 2883620"/>
                <a:gd name="csY31" fmla="*/ 0 h 76541"/>
                <a:gd name="csX32" fmla="*/ 1858268 w 2883620"/>
                <a:gd name="csY32" fmla="*/ 0 h 76541"/>
                <a:gd name="csX33" fmla="*/ 1826301 w 2883620"/>
                <a:gd name="csY33" fmla="*/ 0 h 76541"/>
                <a:gd name="csX34" fmla="*/ 1794208 w 2883620"/>
                <a:gd name="csY34" fmla="*/ 0 h 76541"/>
                <a:gd name="csX35" fmla="*/ 1762241 w 2883620"/>
                <a:gd name="csY35" fmla="*/ 0 h 76541"/>
                <a:gd name="csX36" fmla="*/ 1730147 w 2883620"/>
                <a:gd name="csY36" fmla="*/ 0 h 76541"/>
                <a:gd name="csX37" fmla="*/ 1698053 w 2883620"/>
                <a:gd name="csY37" fmla="*/ 0 h 76541"/>
                <a:gd name="csX38" fmla="*/ 1666086 w 2883620"/>
                <a:gd name="csY38" fmla="*/ 0 h 76541"/>
                <a:gd name="csX39" fmla="*/ 1633992 w 2883620"/>
                <a:gd name="csY39" fmla="*/ 0 h 76541"/>
                <a:gd name="csX40" fmla="*/ 1602026 w 2883620"/>
                <a:gd name="csY40" fmla="*/ 0 h 76541"/>
                <a:gd name="csX41" fmla="*/ 1569931 w 2883620"/>
                <a:gd name="csY41" fmla="*/ 0 h 76541"/>
                <a:gd name="csX42" fmla="*/ 1537965 w 2883620"/>
                <a:gd name="csY42" fmla="*/ 0 h 76541"/>
                <a:gd name="csX43" fmla="*/ 1505871 w 2883620"/>
                <a:gd name="csY43" fmla="*/ 0 h 76541"/>
                <a:gd name="csX44" fmla="*/ 1473777 w 2883620"/>
                <a:gd name="csY44" fmla="*/ 0 h 76541"/>
                <a:gd name="csX45" fmla="*/ 1441810 w 2883620"/>
                <a:gd name="csY45" fmla="*/ 0 h 76541"/>
                <a:gd name="csX46" fmla="*/ 1409717 w 2883620"/>
                <a:gd name="csY46" fmla="*/ 0 h 76541"/>
                <a:gd name="csX47" fmla="*/ 1377750 w 2883620"/>
                <a:gd name="csY47" fmla="*/ 0 h 76541"/>
                <a:gd name="csX48" fmla="*/ 1345656 w 2883620"/>
                <a:gd name="csY48" fmla="*/ 0 h 76541"/>
                <a:gd name="csX49" fmla="*/ 1313689 w 2883620"/>
                <a:gd name="csY49" fmla="*/ 0 h 76541"/>
                <a:gd name="csX50" fmla="*/ 1281595 w 2883620"/>
                <a:gd name="csY50" fmla="*/ 0 h 76541"/>
                <a:gd name="csX51" fmla="*/ 1249501 w 2883620"/>
                <a:gd name="csY51" fmla="*/ 0 h 76541"/>
                <a:gd name="csX52" fmla="*/ 1217534 w 2883620"/>
                <a:gd name="csY52" fmla="*/ 0 h 76541"/>
                <a:gd name="csX53" fmla="*/ 1185440 w 2883620"/>
                <a:gd name="csY53" fmla="*/ 0 h 76541"/>
                <a:gd name="csX54" fmla="*/ 1153473 w 2883620"/>
                <a:gd name="csY54" fmla="*/ 0 h 76541"/>
                <a:gd name="csX55" fmla="*/ 1121380 w 2883620"/>
                <a:gd name="csY55" fmla="*/ 0 h 76541"/>
                <a:gd name="csX56" fmla="*/ 1089413 w 2883620"/>
                <a:gd name="csY56" fmla="*/ 0 h 76541"/>
                <a:gd name="csX57" fmla="*/ 1057319 w 2883620"/>
                <a:gd name="csY57" fmla="*/ 0 h 76541"/>
                <a:gd name="csX58" fmla="*/ 1025225 w 2883620"/>
                <a:gd name="csY58" fmla="*/ 0 h 76541"/>
                <a:gd name="csX59" fmla="*/ 993258 w 2883620"/>
                <a:gd name="csY59" fmla="*/ 0 h 76541"/>
                <a:gd name="csX60" fmla="*/ 961164 w 2883620"/>
                <a:gd name="csY60" fmla="*/ 0 h 76541"/>
                <a:gd name="csX61" fmla="*/ 929197 w 2883620"/>
                <a:gd name="csY61" fmla="*/ 0 h 76541"/>
                <a:gd name="csX62" fmla="*/ 897104 w 2883620"/>
                <a:gd name="csY62" fmla="*/ 54127 h 76541"/>
                <a:gd name="csX63" fmla="*/ 865137 w 2883620"/>
                <a:gd name="csY63" fmla="*/ 54127 h 76541"/>
                <a:gd name="csX64" fmla="*/ 833043 w 2883620"/>
                <a:gd name="csY64" fmla="*/ 76542 h 76541"/>
                <a:gd name="csX65" fmla="*/ 800949 w 2883620"/>
                <a:gd name="csY65" fmla="*/ 76542 h 76541"/>
                <a:gd name="csX66" fmla="*/ 768983 w 2883620"/>
                <a:gd name="csY66" fmla="*/ 76542 h 76541"/>
                <a:gd name="csX67" fmla="*/ 736888 w 2883620"/>
                <a:gd name="csY67" fmla="*/ 76542 h 76541"/>
                <a:gd name="csX68" fmla="*/ 704922 w 2883620"/>
                <a:gd name="csY68" fmla="*/ 76542 h 76541"/>
                <a:gd name="csX69" fmla="*/ 672827 w 2883620"/>
                <a:gd name="csY69" fmla="*/ 76542 h 76541"/>
                <a:gd name="csX70" fmla="*/ 640861 w 2883620"/>
                <a:gd name="csY70" fmla="*/ 76542 h 76541"/>
                <a:gd name="csX71" fmla="*/ 608767 w 2883620"/>
                <a:gd name="csY71" fmla="*/ 76542 h 76541"/>
                <a:gd name="csX72" fmla="*/ 576673 w 2883620"/>
                <a:gd name="csY72" fmla="*/ 76542 h 76541"/>
                <a:gd name="csX73" fmla="*/ 544706 w 2883620"/>
                <a:gd name="csY73" fmla="*/ 76542 h 76541"/>
                <a:gd name="csX74" fmla="*/ 512613 w 2883620"/>
                <a:gd name="csY74" fmla="*/ 76542 h 76541"/>
                <a:gd name="csX75" fmla="*/ 480646 w 2883620"/>
                <a:gd name="csY75" fmla="*/ 76542 h 76541"/>
                <a:gd name="csX76" fmla="*/ 448552 w 2883620"/>
                <a:gd name="csY76" fmla="*/ 76542 h 76541"/>
                <a:gd name="csX77" fmla="*/ 416585 w 2883620"/>
                <a:gd name="csY77" fmla="*/ 76542 h 76541"/>
                <a:gd name="csX78" fmla="*/ 384491 w 2883620"/>
                <a:gd name="csY78" fmla="*/ 76542 h 76541"/>
                <a:gd name="csX79" fmla="*/ 352397 w 2883620"/>
                <a:gd name="csY79" fmla="*/ 76542 h 76541"/>
                <a:gd name="csX80" fmla="*/ 320430 w 2883620"/>
                <a:gd name="csY80" fmla="*/ 76542 h 76541"/>
                <a:gd name="csX81" fmla="*/ 288336 w 2883620"/>
                <a:gd name="csY81" fmla="*/ 76542 h 76541"/>
                <a:gd name="csX82" fmla="*/ 256370 w 2883620"/>
                <a:gd name="csY82" fmla="*/ 76542 h 76541"/>
                <a:gd name="csX83" fmla="*/ 224276 w 2883620"/>
                <a:gd name="csY83" fmla="*/ 76542 h 76541"/>
                <a:gd name="csX84" fmla="*/ 192309 w 2883620"/>
                <a:gd name="csY84" fmla="*/ 76542 h 76541"/>
                <a:gd name="csX85" fmla="*/ 160215 w 2883620"/>
                <a:gd name="csY85" fmla="*/ 76542 h 76541"/>
                <a:gd name="csX86" fmla="*/ 128121 w 2883620"/>
                <a:gd name="csY86" fmla="*/ 76542 h 76541"/>
                <a:gd name="csX87" fmla="*/ 96155 w 2883620"/>
                <a:gd name="csY87" fmla="*/ 76542 h 76541"/>
                <a:gd name="csX88" fmla="*/ 64060 w 2883620"/>
                <a:gd name="csY88" fmla="*/ 76542 h 76541"/>
                <a:gd name="csX89" fmla="*/ 32093 w 2883620"/>
                <a:gd name="csY89" fmla="*/ 76542 h 76541"/>
                <a:gd name="csX90" fmla="*/ 0 w 2883620"/>
                <a:gd name="csY90" fmla="*/ 76542 h 765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</a:cxnLst>
              <a:rect l="l" t="t" r="r" b="b"/>
              <a:pathLst>
                <a:path w="2883620" h="76541">
                  <a:moveTo>
                    <a:pt x="2883621" y="0"/>
                  </a:moveTo>
                  <a:lnTo>
                    <a:pt x="2851527" y="0"/>
                  </a:lnTo>
                  <a:lnTo>
                    <a:pt x="2819433" y="0"/>
                  </a:lnTo>
                  <a:lnTo>
                    <a:pt x="2787466" y="0"/>
                  </a:lnTo>
                  <a:lnTo>
                    <a:pt x="2755372" y="0"/>
                  </a:lnTo>
                  <a:lnTo>
                    <a:pt x="2723405" y="0"/>
                  </a:lnTo>
                  <a:lnTo>
                    <a:pt x="2691311" y="0"/>
                  </a:lnTo>
                  <a:lnTo>
                    <a:pt x="2659345" y="0"/>
                  </a:lnTo>
                  <a:lnTo>
                    <a:pt x="2627251" y="0"/>
                  </a:lnTo>
                  <a:lnTo>
                    <a:pt x="2595157" y="0"/>
                  </a:lnTo>
                  <a:lnTo>
                    <a:pt x="2563190" y="0"/>
                  </a:lnTo>
                  <a:lnTo>
                    <a:pt x="2531096" y="0"/>
                  </a:lnTo>
                  <a:lnTo>
                    <a:pt x="2499130" y="0"/>
                  </a:lnTo>
                  <a:lnTo>
                    <a:pt x="2467035" y="0"/>
                  </a:lnTo>
                  <a:lnTo>
                    <a:pt x="2435068" y="0"/>
                  </a:lnTo>
                  <a:lnTo>
                    <a:pt x="2402975" y="0"/>
                  </a:lnTo>
                  <a:lnTo>
                    <a:pt x="2370881" y="0"/>
                  </a:lnTo>
                  <a:lnTo>
                    <a:pt x="2338914" y="0"/>
                  </a:lnTo>
                  <a:lnTo>
                    <a:pt x="2306821" y="0"/>
                  </a:lnTo>
                  <a:lnTo>
                    <a:pt x="2274854" y="0"/>
                  </a:lnTo>
                  <a:lnTo>
                    <a:pt x="2242759" y="0"/>
                  </a:lnTo>
                  <a:lnTo>
                    <a:pt x="2210793" y="0"/>
                  </a:lnTo>
                  <a:lnTo>
                    <a:pt x="2178698" y="0"/>
                  </a:lnTo>
                  <a:lnTo>
                    <a:pt x="2146605" y="0"/>
                  </a:lnTo>
                  <a:lnTo>
                    <a:pt x="2114638" y="0"/>
                  </a:lnTo>
                  <a:lnTo>
                    <a:pt x="2082544" y="0"/>
                  </a:lnTo>
                  <a:lnTo>
                    <a:pt x="2050577" y="0"/>
                  </a:lnTo>
                  <a:lnTo>
                    <a:pt x="2018484" y="0"/>
                  </a:lnTo>
                  <a:lnTo>
                    <a:pt x="1986517" y="0"/>
                  </a:lnTo>
                  <a:lnTo>
                    <a:pt x="1954423" y="0"/>
                  </a:lnTo>
                  <a:lnTo>
                    <a:pt x="1922329" y="0"/>
                  </a:lnTo>
                  <a:lnTo>
                    <a:pt x="1890362" y="0"/>
                  </a:lnTo>
                  <a:lnTo>
                    <a:pt x="1858268" y="0"/>
                  </a:lnTo>
                  <a:lnTo>
                    <a:pt x="1826301" y="0"/>
                  </a:lnTo>
                  <a:lnTo>
                    <a:pt x="1794208" y="0"/>
                  </a:lnTo>
                  <a:lnTo>
                    <a:pt x="1762241" y="0"/>
                  </a:lnTo>
                  <a:lnTo>
                    <a:pt x="1730147" y="0"/>
                  </a:lnTo>
                  <a:lnTo>
                    <a:pt x="1698053" y="0"/>
                  </a:lnTo>
                  <a:lnTo>
                    <a:pt x="1666086" y="0"/>
                  </a:lnTo>
                  <a:lnTo>
                    <a:pt x="1633992" y="0"/>
                  </a:lnTo>
                  <a:lnTo>
                    <a:pt x="1602026" y="0"/>
                  </a:lnTo>
                  <a:lnTo>
                    <a:pt x="1569931" y="0"/>
                  </a:lnTo>
                  <a:lnTo>
                    <a:pt x="1537965" y="0"/>
                  </a:lnTo>
                  <a:lnTo>
                    <a:pt x="1505871" y="0"/>
                  </a:lnTo>
                  <a:lnTo>
                    <a:pt x="1473777" y="0"/>
                  </a:lnTo>
                  <a:lnTo>
                    <a:pt x="1441810" y="0"/>
                  </a:lnTo>
                  <a:lnTo>
                    <a:pt x="1409717" y="0"/>
                  </a:lnTo>
                  <a:lnTo>
                    <a:pt x="1377750" y="0"/>
                  </a:lnTo>
                  <a:lnTo>
                    <a:pt x="1345656" y="0"/>
                  </a:lnTo>
                  <a:lnTo>
                    <a:pt x="1313689" y="0"/>
                  </a:lnTo>
                  <a:lnTo>
                    <a:pt x="1281595" y="0"/>
                  </a:lnTo>
                  <a:lnTo>
                    <a:pt x="1249501" y="0"/>
                  </a:lnTo>
                  <a:lnTo>
                    <a:pt x="1217534" y="0"/>
                  </a:lnTo>
                  <a:lnTo>
                    <a:pt x="1185440" y="0"/>
                  </a:lnTo>
                  <a:lnTo>
                    <a:pt x="1153473" y="0"/>
                  </a:lnTo>
                  <a:lnTo>
                    <a:pt x="1121380" y="0"/>
                  </a:lnTo>
                  <a:lnTo>
                    <a:pt x="1089413" y="0"/>
                  </a:lnTo>
                  <a:lnTo>
                    <a:pt x="1057319" y="0"/>
                  </a:lnTo>
                  <a:lnTo>
                    <a:pt x="1025225" y="0"/>
                  </a:lnTo>
                  <a:lnTo>
                    <a:pt x="993258" y="0"/>
                  </a:lnTo>
                  <a:lnTo>
                    <a:pt x="961164" y="0"/>
                  </a:lnTo>
                  <a:lnTo>
                    <a:pt x="929197" y="0"/>
                  </a:lnTo>
                  <a:lnTo>
                    <a:pt x="897104" y="54127"/>
                  </a:lnTo>
                  <a:lnTo>
                    <a:pt x="865137" y="54127"/>
                  </a:lnTo>
                  <a:lnTo>
                    <a:pt x="833043" y="76542"/>
                  </a:lnTo>
                  <a:lnTo>
                    <a:pt x="800949" y="76542"/>
                  </a:lnTo>
                  <a:lnTo>
                    <a:pt x="768983" y="76542"/>
                  </a:lnTo>
                  <a:lnTo>
                    <a:pt x="736888" y="76542"/>
                  </a:lnTo>
                  <a:lnTo>
                    <a:pt x="704922" y="76542"/>
                  </a:lnTo>
                  <a:lnTo>
                    <a:pt x="672827" y="76542"/>
                  </a:lnTo>
                  <a:lnTo>
                    <a:pt x="640861" y="76542"/>
                  </a:lnTo>
                  <a:lnTo>
                    <a:pt x="608767" y="76542"/>
                  </a:lnTo>
                  <a:lnTo>
                    <a:pt x="576673" y="76542"/>
                  </a:lnTo>
                  <a:lnTo>
                    <a:pt x="544706" y="76542"/>
                  </a:lnTo>
                  <a:lnTo>
                    <a:pt x="512613" y="76542"/>
                  </a:lnTo>
                  <a:lnTo>
                    <a:pt x="480646" y="76542"/>
                  </a:lnTo>
                  <a:lnTo>
                    <a:pt x="448552" y="76542"/>
                  </a:lnTo>
                  <a:lnTo>
                    <a:pt x="416585" y="76542"/>
                  </a:lnTo>
                  <a:lnTo>
                    <a:pt x="384491" y="76542"/>
                  </a:lnTo>
                  <a:lnTo>
                    <a:pt x="352397" y="76542"/>
                  </a:lnTo>
                  <a:lnTo>
                    <a:pt x="320430" y="76542"/>
                  </a:lnTo>
                  <a:lnTo>
                    <a:pt x="288336" y="76542"/>
                  </a:lnTo>
                  <a:lnTo>
                    <a:pt x="256370" y="76542"/>
                  </a:lnTo>
                  <a:lnTo>
                    <a:pt x="224276" y="76542"/>
                  </a:lnTo>
                  <a:lnTo>
                    <a:pt x="192309" y="76542"/>
                  </a:lnTo>
                  <a:lnTo>
                    <a:pt x="160215" y="76542"/>
                  </a:lnTo>
                  <a:lnTo>
                    <a:pt x="128121" y="76542"/>
                  </a:lnTo>
                  <a:lnTo>
                    <a:pt x="96155" y="76542"/>
                  </a:lnTo>
                  <a:lnTo>
                    <a:pt x="64060" y="76542"/>
                  </a:lnTo>
                  <a:lnTo>
                    <a:pt x="32093" y="76542"/>
                  </a:lnTo>
                  <a:lnTo>
                    <a:pt x="0" y="76542"/>
                  </a:lnTo>
                </a:path>
              </a:pathLst>
            </a:custGeom>
            <a:noFill/>
            <a:ln w="14770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" name="Freeform 234">
              <a:extLst>
                <a:ext uri="{FF2B5EF4-FFF2-40B4-BE49-F238E27FC236}">
                  <a16:creationId xmlns:a16="http://schemas.microsoft.com/office/drawing/2014/main" id="{34C1E42B-42B8-9637-2282-1D966C70C6D7}"/>
                </a:ext>
              </a:extLst>
            </p:cNvPr>
            <p:cNvSpPr/>
            <p:nvPr/>
          </p:nvSpPr>
          <p:spPr>
            <a:xfrm>
              <a:off x="8507653" y="4323989"/>
              <a:ext cx="2883620" cy="739435"/>
            </a:xfrm>
            <a:custGeom>
              <a:avLst/>
              <a:gdLst>
                <a:gd name="csX0" fmla="*/ 0 w 2883620"/>
                <a:gd name="csY0" fmla="*/ 739435 h 739435"/>
                <a:gd name="csX1" fmla="*/ 32093 w 2883620"/>
                <a:gd name="csY1" fmla="*/ 739435 h 739435"/>
                <a:gd name="csX2" fmla="*/ 64060 w 2883620"/>
                <a:gd name="csY2" fmla="*/ 739435 h 739435"/>
                <a:gd name="csX3" fmla="*/ 96155 w 2883620"/>
                <a:gd name="csY3" fmla="*/ 739435 h 739435"/>
                <a:gd name="csX4" fmla="*/ 128121 w 2883620"/>
                <a:gd name="csY4" fmla="*/ 739435 h 739435"/>
                <a:gd name="csX5" fmla="*/ 160215 w 2883620"/>
                <a:gd name="csY5" fmla="*/ 739435 h 739435"/>
                <a:gd name="csX6" fmla="*/ 192309 w 2883620"/>
                <a:gd name="csY6" fmla="*/ 739435 h 739435"/>
                <a:gd name="csX7" fmla="*/ 224276 w 2883620"/>
                <a:gd name="csY7" fmla="*/ 739435 h 739435"/>
                <a:gd name="csX8" fmla="*/ 256370 w 2883620"/>
                <a:gd name="csY8" fmla="*/ 739435 h 739435"/>
                <a:gd name="csX9" fmla="*/ 288336 w 2883620"/>
                <a:gd name="csY9" fmla="*/ 739435 h 739435"/>
                <a:gd name="csX10" fmla="*/ 320430 w 2883620"/>
                <a:gd name="csY10" fmla="*/ 739435 h 739435"/>
                <a:gd name="csX11" fmla="*/ 352397 w 2883620"/>
                <a:gd name="csY11" fmla="*/ 389203 h 739435"/>
                <a:gd name="csX12" fmla="*/ 384491 w 2883620"/>
                <a:gd name="csY12" fmla="*/ 327308 h 739435"/>
                <a:gd name="csX13" fmla="*/ 416585 w 2883620"/>
                <a:gd name="csY13" fmla="*/ 256497 h 739435"/>
                <a:gd name="csX14" fmla="*/ 448552 w 2883620"/>
                <a:gd name="csY14" fmla="*/ 256497 h 739435"/>
                <a:gd name="csX15" fmla="*/ 480646 w 2883620"/>
                <a:gd name="csY15" fmla="*/ 200842 h 739435"/>
                <a:gd name="csX16" fmla="*/ 512613 w 2883620"/>
                <a:gd name="csY16" fmla="*/ 200842 h 739435"/>
                <a:gd name="csX17" fmla="*/ 544706 w 2883620"/>
                <a:gd name="csY17" fmla="*/ 200842 h 739435"/>
                <a:gd name="csX18" fmla="*/ 576673 w 2883620"/>
                <a:gd name="csY18" fmla="*/ 200842 h 739435"/>
                <a:gd name="csX19" fmla="*/ 608767 w 2883620"/>
                <a:gd name="csY19" fmla="*/ 200842 h 739435"/>
                <a:gd name="csX20" fmla="*/ 640861 w 2883620"/>
                <a:gd name="csY20" fmla="*/ 200842 h 739435"/>
                <a:gd name="csX21" fmla="*/ 672827 w 2883620"/>
                <a:gd name="csY21" fmla="*/ 97428 h 739435"/>
                <a:gd name="csX22" fmla="*/ 704922 w 2883620"/>
                <a:gd name="csY22" fmla="*/ 97428 h 739435"/>
                <a:gd name="csX23" fmla="*/ 736888 w 2883620"/>
                <a:gd name="csY23" fmla="*/ 97428 h 739435"/>
                <a:gd name="csX24" fmla="*/ 768983 w 2883620"/>
                <a:gd name="csY24" fmla="*/ 97428 h 739435"/>
                <a:gd name="csX25" fmla="*/ 800949 w 2883620"/>
                <a:gd name="csY25" fmla="*/ 97428 h 739435"/>
                <a:gd name="csX26" fmla="*/ 833043 w 2883620"/>
                <a:gd name="csY26" fmla="*/ 97428 h 739435"/>
                <a:gd name="csX27" fmla="*/ 865137 w 2883620"/>
                <a:gd name="csY27" fmla="*/ 97428 h 739435"/>
                <a:gd name="csX28" fmla="*/ 897104 w 2883620"/>
                <a:gd name="csY28" fmla="*/ 97428 h 739435"/>
                <a:gd name="csX29" fmla="*/ 929197 w 2883620"/>
                <a:gd name="csY29" fmla="*/ 97428 h 739435"/>
                <a:gd name="csX30" fmla="*/ 961164 w 2883620"/>
                <a:gd name="csY30" fmla="*/ 97428 h 739435"/>
                <a:gd name="csX31" fmla="*/ 993258 w 2883620"/>
                <a:gd name="csY31" fmla="*/ 97428 h 739435"/>
                <a:gd name="csX32" fmla="*/ 1025225 w 2883620"/>
                <a:gd name="csY32" fmla="*/ 97428 h 739435"/>
                <a:gd name="csX33" fmla="*/ 1057319 w 2883620"/>
                <a:gd name="csY33" fmla="*/ 0 h 739435"/>
                <a:gd name="csX34" fmla="*/ 1089413 w 2883620"/>
                <a:gd name="csY34" fmla="*/ 0 h 739435"/>
                <a:gd name="csX35" fmla="*/ 1121380 w 2883620"/>
                <a:gd name="csY35" fmla="*/ 0 h 739435"/>
                <a:gd name="csX36" fmla="*/ 1153473 w 2883620"/>
                <a:gd name="csY36" fmla="*/ 0 h 739435"/>
                <a:gd name="csX37" fmla="*/ 1185440 w 2883620"/>
                <a:gd name="csY37" fmla="*/ 0 h 739435"/>
                <a:gd name="csX38" fmla="*/ 1217534 w 2883620"/>
                <a:gd name="csY38" fmla="*/ 0 h 739435"/>
                <a:gd name="csX39" fmla="*/ 1249501 w 2883620"/>
                <a:gd name="csY39" fmla="*/ 0 h 739435"/>
                <a:gd name="csX40" fmla="*/ 1281595 w 2883620"/>
                <a:gd name="csY40" fmla="*/ 0 h 739435"/>
                <a:gd name="csX41" fmla="*/ 1313689 w 2883620"/>
                <a:gd name="csY41" fmla="*/ 0 h 739435"/>
                <a:gd name="csX42" fmla="*/ 1345656 w 2883620"/>
                <a:gd name="csY42" fmla="*/ 0 h 739435"/>
                <a:gd name="csX43" fmla="*/ 1377750 w 2883620"/>
                <a:gd name="csY43" fmla="*/ 0 h 739435"/>
                <a:gd name="csX44" fmla="*/ 1409717 w 2883620"/>
                <a:gd name="csY44" fmla="*/ 0 h 739435"/>
                <a:gd name="csX45" fmla="*/ 1441810 w 2883620"/>
                <a:gd name="csY45" fmla="*/ 0 h 739435"/>
                <a:gd name="csX46" fmla="*/ 1473777 w 2883620"/>
                <a:gd name="csY46" fmla="*/ 0 h 739435"/>
                <a:gd name="csX47" fmla="*/ 1505871 w 2883620"/>
                <a:gd name="csY47" fmla="*/ 0 h 739435"/>
                <a:gd name="csX48" fmla="*/ 1537965 w 2883620"/>
                <a:gd name="csY48" fmla="*/ 0 h 739435"/>
                <a:gd name="csX49" fmla="*/ 1569931 w 2883620"/>
                <a:gd name="csY49" fmla="*/ 0 h 739435"/>
                <a:gd name="csX50" fmla="*/ 1602026 w 2883620"/>
                <a:gd name="csY50" fmla="*/ 0 h 739435"/>
                <a:gd name="csX51" fmla="*/ 1633992 w 2883620"/>
                <a:gd name="csY51" fmla="*/ 0 h 739435"/>
                <a:gd name="csX52" fmla="*/ 1666086 w 2883620"/>
                <a:gd name="csY52" fmla="*/ 0 h 739435"/>
                <a:gd name="csX53" fmla="*/ 1698053 w 2883620"/>
                <a:gd name="csY53" fmla="*/ 0 h 739435"/>
                <a:gd name="csX54" fmla="*/ 1730147 w 2883620"/>
                <a:gd name="csY54" fmla="*/ 0 h 739435"/>
                <a:gd name="csX55" fmla="*/ 1762241 w 2883620"/>
                <a:gd name="csY55" fmla="*/ 0 h 739435"/>
                <a:gd name="csX56" fmla="*/ 1794208 w 2883620"/>
                <a:gd name="csY56" fmla="*/ 0 h 739435"/>
                <a:gd name="csX57" fmla="*/ 1826301 w 2883620"/>
                <a:gd name="csY57" fmla="*/ 0 h 739435"/>
                <a:gd name="csX58" fmla="*/ 1858268 w 2883620"/>
                <a:gd name="csY58" fmla="*/ 0 h 739435"/>
                <a:gd name="csX59" fmla="*/ 1890362 w 2883620"/>
                <a:gd name="csY59" fmla="*/ 0 h 739435"/>
                <a:gd name="csX60" fmla="*/ 1922329 w 2883620"/>
                <a:gd name="csY60" fmla="*/ 0 h 739435"/>
                <a:gd name="csX61" fmla="*/ 1954423 w 2883620"/>
                <a:gd name="csY61" fmla="*/ 0 h 739435"/>
                <a:gd name="csX62" fmla="*/ 1986517 w 2883620"/>
                <a:gd name="csY62" fmla="*/ 0 h 739435"/>
                <a:gd name="csX63" fmla="*/ 2018484 w 2883620"/>
                <a:gd name="csY63" fmla="*/ 0 h 739435"/>
                <a:gd name="csX64" fmla="*/ 2050577 w 2883620"/>
                <a:gd name="csY64" fmla="*/ 0 h 739435"/>
                <a:gd name="csX65" fmla="*/ 2082544 w 2883620"/>
                <a:gd name="csY65" fmla="*/ 0 h 739435"/>
                <a:gd name="csX66" fmla="*/ 2114638 w 2883620"/>
                <a:gd name="csY66" fmla="*/ 0 h 739435"/>
                <a:gd name="csX67" fmla="*/ 2146605 w 2883620"/>
                <a:gd name="csY67" fmla="*/ 0 h 739435"/>
                <a:gd name="csX68" fmla="*/ 2178698 w 2883620"/>
                <a:gd name="csY68" fmla="*/ 0 h 739435"/>
                <a:gd name="csX69" fmla="*/ 2210793 w 2883620"/>
                <a:gd name="csY69" fmla="*/ 0 h 739435"/>
                <a:gd name="csX70" fmla="*/ 2242759 w 2883620"/>
                <a:gd name="csY70" fmla="*/ 0 h 739435"/>
                <a:gd name="csX71" fmla="*/ 2274854 w 2883620"/>
                <a:gd name="csY71" fmla="*/ 0 h 739435"/>
                <a:gd name="csX72" fmla="*/ 2306821 w 2883620"/>
                <a:gd name="csY72" fmla="*/ 0 h 739435"/>
                <a:gd name="csX73" fmla="*/ 2338914 w 2883620"/>
                <a:gd name="csY73" fmla="*/ 0 h 739435"/>
                <a:gd name="csX74" fmla="*/ 2370881 w 2883620"/>
                <a:gd name="csY74" fmla="*/ 0 h 739435"/>
                <a:gd name="csX75" fmla="*/ 2402975 w 2883620"/>
                <a:gd name="csY75" fmla="*/ 0 h 739435"/>
                <a:gd name="csX76" fmla="*/ 2435068 w 2883620"/>
                <a:gd name="csY76" fmla="*/ 0 h 739435"/>
                <a:gd name="csX77" fmla="*/ 2467035 w 2883620"/>
                <a:gd name="csY77" fmla="*/ 0 h 739435"/>
                <a:gd name="csX78" fmla="*/ 2499130 w 2883620"/>
                <a:gd name="csY78" fmla="*/ 0 h 739435"/>
                <a:gd name="csX79" fmla="*/ 2531096 w 2883620"/>
                <a:gd name="csY79" fmla="*/ 0 h 739435"/>
                <a:gd name="csX80" fmla="*/ 2563190 w 2883620"/>
                <a:gd name="csY80" fmla="*/ 0 h 739435"/>
                <a:gd name="csX81" fmla="*/ 2595157 w 2883620"/>
                <a:gd name="csY81" fmla="*/ 0 h 739435"/>
                <a:gd name="csX82" fmla="*/ 2627251 w 2883620"/>
                <a:gd name="csY82" fmla="*/ 0 h 739435"/>
                <a:gd name="csX83" fmla="*/ 2659345 w 2883620"/>
                <a:gd name="csY83" fmla="*/ 0 h 739435"/>
                <a:gd name="csX84" fmla="*/ 2691311 w 2883620"/>
                <a:gd name="csY84" fmla="*/ 0 h 739435"/>
                <a:gd name="csX85" fmla="*/ 2723405 w 2883620"/>
                <a:gd name="csY85" fmla="*/ 0 h 739435"/>
                <a:gd name="csX86" fmla="*/ 2755372 w 2883620"/>
                <a:gd name="csY86" fmla="*/ 0 h 739435"/>
                <a:gd name="csX87" fmla="*/ 2787466 w 2883620"/>
                <a:gd name="csY87" fmla="*/ 0 h 739435"/>
                <a:gd name="csX88" fmla="*/ 2819433 w 2883620"/>
                <a:gd name="csY88" fmla="*/ 0 h 739435"/>
                <a:gd name="csX89" fmla="*/ 2851527 w 2883620"/>
                <a:gd name="csY89" fmla="*/ 0 h 739435"/>
                <a:gd name="csX90" fmla="*/ 2883621 w 2883620"/>
                <a:gd name="csY90" fmla="*/ 0 h 739435"/>
                <a:gd name="csX91" fmla="*/ 2883621 w 2883620"/>
                <a:gd name="csY91" fmla="*/ 567121 h 739435"/>
                <a:gd name="csX92" fmla="*/ 2851527 w 2883620"/>
                <a:gd name="csY92" fmla="*/ 567121 h 739435"/>
                <a:gd name="csX93" fmla="*/ 2819433 w 2883620"/>
                <a:gd name="csY93" fmla="*/ 567121 h 739435"/>
                <a:gd name="csX94" fmla="*/ 2787466 w 2883620"/>
                <a:gd name="csY94" fmla="*/ 567121 h 739435"/>
                <a:gd name="csX95" fmla="*/ 2755372 w 2883620"/>
                <a:gd name="csY95" fmla="*/ 567121 h 739435"/>
                <a:gd name="csX96" fmla="*/ 2723405 w 2883620"/>
                <a:gd name="csY96" fmla="*/ 567121 h 739435"/>
                <a:gd name="csX97" fmla="*/ 2691311 w 2883620"/>
                <a:gd name="csY97" fmla="*/ 567121 h 739435"/>
                <a:gd name="csX98" fmla="*/ 2659345 w 2883620"/>
                <a:gd name="csY98" fmla="*/ 567121 h 739435"/>
                <a:gd name="csX99" fmla="*/ 2627251 w 2883620"/>
                <a:gd name="csY99" fmla="*/ 567121 h 739435"/>
                <a:gd name="csX100" fmla="*/ 2595157 w 2883620"/>
                <a:gd name="csY100" fmla="*/ 567121 h 739435"/>
                <a:gd name="csX101" fmla="*/ 2563190 w 2883620"/>
                <a:gd name="csY101" fmla="*/ 567121 h 739435"/>
                <a:gd name="csX102" fmla="*/ 2531096 w 2883620"/>
                <a:gd name="csY102" fmla="*/ 567121 h 739435"/>
                <a:gd name="csX103" fmla="*/ 2499130 w 2883620"/>
                <a:gd name="csY103" fmla="*/ 567121 h 739435"/>
                <a:gd name="csX104" fmla="*/ 2467035 w 2883620"/>
                <a:gd name="csY104" fmla="*/ 567121 h 739435"/>
                <a:gd name="csX105" fmla="*/ 2435068 w 2883620"/>
                <a:gd name="csY105" fmla="*/ 567121 h 739435"/>
                <a:gd name="csX106" fmla="*/ 2402975 w 2883620"/>
                <a:gd name="csY106" fmla="*/ 567121 h 739435"/>
                <a:gd name="csX107" fmla="*/ 2370881 w 2883620"/>
                <a:gd name="csY107" fmla="*/ 567121 h 739435"/>
                <a:gd name="csX108" fmla="*/ 2338914 w 2883620"/>
                <a:gd name="csY108" fmla="*/ 567121 h 739435"/>
                <a:gd name="csX109" fmla="*/ 2306821 w 2883620"/>
                <a:gd name="csY109" fmla="*/ 567121 h 739435"/>
                <a:gd name="csX110" fmla="*/ 2274854 w 2883620"/>
                <a:gd name="csY110" fmla="*/ 567121 h 739435"/>
                <a:gd name="csX111" fmla="*/ 2242759 w 2883620"/>
                <a:gd name="csY111" fmla="*/ 567121 h 739435"/>
                <a:gd name="csX112" fmla="*/ 2210793 w 2883620"/>
                <a:gd name="csY112" fmla="*/ 567121 h 739435"/>
                <a:gd name="csX113" fmla="*/ 2178698 w 2883620"/>
                <a:gd name="csY113" fmla="*/ 567121 h 739435"/>
                <a:gd name="csX114" fmla="*/ 2146605 w 2883620"/>
                <a:gd name="csY114" fmla="*/ 567121 h 739435"/>
                <a:gd name="csX115" fmla="*/ 2114638 w 2883620"/>
                <a:gd name="csY115" fmla="*/ 567121 h 739435"/>
                <a:gd name="csX116" fmla="*/ 2082544 w 2883620"/>
                <a:gd name="csY116" fmla="*/ 567121 h 739435"/>
                <a:gd name="csX117" fmla="*/ 2050577 w 2883620"/>
                <a:gd name="csY117" fmla="*/ 567121 h 739435"/>
                <a:gd name="csX118" fmla="*/ 2018484 w 2883620"/>
                <a:gd name="csY118" fmla="*/ 567121 h 739435"/>
                <a:gd name="csX119" fmla="*/ 1986517 w 2883620"/>
                <a:gd name="csY119" fmla="*/ 567121 h 739435"/>
                <a:gd name="csX120" fmla="*/ 1954423 w 2883620"/>
                <a:gd name="csY120" fmla="*/ 567121 h 739435"/>
                <a:gd name="csX121" fmla="*/ 1922329 w 2883620"/>
                <a:gd name="csY121" fmla="*/ 567121 h 739435"/>
                <a:gd name="csX122" fmla="*/ 1890362 w 2883620"/>
                <a:gd name="csY122" fmla="*/ 567121 h 739435"/>
                <a:gd name="csX123" fmla="*/ 1858268 w 2883620"/>
                <a:gd name="csY123" fmla="*/ 567121 h 739435"/>
                <a:gd name="csX124" fmla="*/ 1826301 w 2883620"/>
                <a:gd name="csY124" fmla="*/ 567121 h 739435"/>
                <a:gd name="csX125" fmla="*/ 1794208 w 2883620"/>
                <a:gd name="csY125" fmla="*/ 567121 h 739435"/>
                <a:gd name="csX126" fmla="*/ 1762241 w 2883620"/>
                <a:gd name="csY126" fmla="*/ 567121 h 739435"/>
                <a:gd name="csX127" fmla="*/ 1730147 w 2883620"/>
                <a:gd name="csY127" fmla="*/ 567121 h 739435"/>
                <a:gd name="csX128" fmla="*/ 1698053 w 2883620"/>
                <a:gd name="csY128" fmla="*/ 567121 h 739435"/>
                <a:gd name="csX129" fmla="*/ 1666086 w 2883620"/>
                <a:gd name="csY129" fmla="*/ 567121 h 739435"/>
                <a:gd name="csX130" fmla="*/ 1633992 w 2883620"/>
                <a:gd name="csY130" fmla="*/ 567121 h 739435"/>
                <a:gd name="csX131" fmla="*/ 1602026 w 2883620"/>
                <a:gd name="csY131" fmla="*/ 567121 h 739435"/>
                <a:gd name="csX132" fmla="*/ 1569931 w 2883620"/>
                <a:gd name="csY132" fmla="*/ 567121 h 739435"/>
                <a:gd name="csX133" fmla="*/ 1537965 w 2883620"/>
                <a:gd name="csY133" fmla="*/ 567121 h 739435"/>
                <a:gd name="csX134" fmla="*/ 1505871 w 2883620"/>
                <a:gd name="csY134" fmla="*/ 567121 h 739435"/>
                <a:gd name="csX135" fmla="*/ 1473777 w 2883620"/>
                <a:gd name="csY135" fmla="*/ 567121 h 739435"/>
                <a:gd name="csX136" fmla="*/ 1441810 w 2883620"/>
                <a:gd name="csY136" fmla="*/ 567121 h 739435"/>
                <a:gd name="csX137" fmla="*/ 1409717 w 2883620"/>
                <a:gd name="csY137" fmla="*/ 567121 h 739435"/>
                <a:gd name="csX138" fmla="*/ 1377750 w 2883620"/>
                <a:gd name="csY138" fmla="*/ 567121 h 739435"/>
                <a:gd name="csX139" fmla="*/ 1345656 w 2883620"/>
                <a:gd name="csY139" fmla="*/ 567121 h 739435"/>
                <a:gd name="csX140" fmla="*/ 1313689 w 2883620"/>
                <a:gd name="csY140" fmla="*/ 567121 h 739435"/>
                <a:gd name="csX141" fmla="*/ 1281595 w 2883620"/>
                <a:gd name="csY141" fmla="*/ 567121 h 739435"/>
                <a:gd name="csX142" fmla="*/ 1249501 w 2883620"/>
                <a:gd name="csY142" fmla="*/ 567121 h 739435"/>
                <a:gd name="csX143" fmla="*/ 1217534 w 2883620"/>
                <a:gd name="csY143" fmla="*/ 567121 h 739435"/>
                <a:gd name="csX144" fmla="*/ 1185440 w 2883620"/>
                <a:gd name="csY144" fmla="*/ 567121 h 739435"/>
                <a:gd name="csX145" fmla="*/ 1153473 w 2883620"/>
                <a:gd name="csY145" fmla="*/ 567121 h 739435"/>
                <a:gd name="csX146" fmla="*/ 1121380 w 2883620"/>
                <a:gd name="csY146" fmla="*/ 567121 h 739435"/>
                <a:gd name="csX147" fmla="*/ 1089413 w 2883620"/>
                <a:gd name="csY147" fmla="*/ 567121 h 739435"/>
                <a:gd name="csX148" fmla="*/ 1057319 w 2883620"/>
                <a:gd name="csY148" fmla="*/ 567121 h 739435"/>
                <a:gd name="csX149" fmla="*/ 1025225 w 2883620"/>
                <a:gd name="csY149" fmla="*/ 606730 h 739435"/>
                <a:gd name="csX150" fmla="*/ 993258 w 2883620"/>
                <a:gd name="csY150" fmla="*/ 606730 h 739435"/>
                <a:gd name="csX151" fmla="*/ 961164 w 2883620"/>
                <a:gd name="csY151" fmla="*/ 606730 h 739435"/>
                <a:gd name="csX152" fmla="*/ 929197 w 2883620"/>
                <a:gd name="csY152" fmla="*/ 606730 h 739435"/>
                <a:gd name="csX153" fmla="*/ 897104 w 2883620"/>
                <a:gd name="csY153" fmla="*/ 606730 h 739435"/>
                <a:gd name="csX154" fmla="*/ 865137 w 2883620"/>
                <a:gd name="csY154" fmla="*/ 606730 h 739435"/>
                <a:gd name="csX155" fmla="*/ 833043 w 2883620"/>
                <a:gd name="csY155" fmla="*/ 606730 h 739435"/>
                <a:gd name="csX156" fmla="*/ 800949 w 2883620"/>
                <a:gd name="csY156" fmla="*/ 606730 h 739435"/>
                <a:gd name="csX157" fmla="*/ 768983 w 2883620"/>
                <a:gd name="csY157" fmla="*/ 606730 h 739435"/>
                <a:gd name="csX158" fmla="*/ 736888 w 2883620"/>
                <a:gd name="csY158" fmla="*/ 606730 h 739435"/>
                <a:gd name="csX159" fmla="*/ 704922 w 2883620"/>
                <a:gd name="csY159" fmla="*/ 606730 h 739435"/>
                <a:gd name="csX160" fmla="*/ 672827 w 2883620"/>
                <a:gd name="csY160" fmla="*/ 606730 h 739435"/>
                <a:gd name="csX161" fmla="*/ 640861 w 2883620"/>
                <a:gd name="csY161" fmla="*/ 643154 h 739435"/>
                <a:gd name="csX162" fmla="*/ 608767 w 2883620"/>
                <a:gd name="csY162" fmla="*/ 643154 h 739435"/>
                <a:gd name="csX163" fmla="*/ 576673 w 2883620"/>
                <a:gd name="csY163" fmla="*/ 643154 h 739435"/>
                <a:gd name="csX164" fmla="*/ 544706 w 2883620"/>
                <a:gd name="csY164" fmla="*/ 643154 h 739435"/>
                <a:gd name="csX165" fmla="*/ 512613 w 2883620"/>
                <a:gd name="csY165" fmla="*/ 643154 h 739435"/>
                <a:gd name="csX166" fmla="*/ 480646 w 2883620"/>
                <a:gd name="csY166" fmla="*/ 643154 h 739435"/>
                <a:gd name="csX167" fmla="*/ 448552 w 2883620"/>
                <a:gd name="csY167" fmla="*/ 669517 h 739435"/>
                <a:gd name="csX168" fmla="*/ 416585 w 2883620"/>
                <a:gd name="csY168" fmla="*/ 669517 h 739435"/>
                <a:gd name="csX169" fmla="*/ 384491 w 2883620"/>
                <a:gd name="csY169" fmla="*/ 695625 h 739435"/>
                <a:gd name="csX170" fmla="*/ 352397 w 2883620"/>
                <a:gd name="csY170" fmla="*/ 732304 h 739435"/>
                <a:gd name="csX171" fmla="*/ 320430 w 2883620"/>
                <a:gd name="csY171" fmla="*/ 739435 h 739435"/>
                <a:gd name="csX172" fmla="*/ 288336 w 2883620"/>
                <a:gd name="csY172" fmla="*/ 739435 h 739435"/>
                <a:gd name="csX173" fmla="*/ 256370 w 2883620"/>
                <a:gd name="csY173" fmla="*/ 739435 h 739435"/>
                <a:gd name="csX174" fmla="*/ 224276 w 2883620"/>
                <a:gd name="csY174" fmla="*/ 739435 h 739435"/>
                <a:gd name="csX175" fmla="*/ 192309 w 2883620"/>
                <a:gd name="csY175" fmla="*/ 739435 h 739435"/>
                <a:gd name="csX176" fmla="*/ 160215 w 2883620"/>
                <a:gd name="csY176" fmla="*/ 739435 h 739435"/>
                <a:gd name="csX177" fmla="*/ 128121 w 2883620"/>
                <a:gd name="csY177" fmla="*/ 739435 h 739435"/>
                <a:gd name="csX178" fmla="*/ 96155 w 2883620"/>
                <a:gd name="csY178" fmla="*/ 739435 h 739435"/>
                <a:gd name="csX179" fmla="*/ 64060 w 2883620"/>
                <a:gd name="csY179" fmla="*/ 739435 h 739435"/>
                <a:gd name="csX180" fmla="*/ 32093 w 2883620"/>
                <a:gd name="csY180" fmla="*/ 739435 h 739435"/>
                <a:gd name="csX181" fmla="*/ 0 w 2883620"/>
                <a:gd name="csY181" fmla="*/ 739435 h 7394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</a:cxnLst>
              <a:rect l="l" t="t" r="r" b="b"/>
              <a:pathLst>
                <a:path w="2883620" h="739435">
                  <a:moveTo>
                    <a:pt x="0" y="739435"/>
                  </a:moveTo>
                  <a:lnTo>
                    <a:pt x="32093" y="739435"/>
                  </a:lnTo>
                  <a:lnTo>
                    <a:pt x="64060" y="739435"/>
                  </a:lnTo>
                  <a:lnTo>
                    <a:pt x="96155" y="739435"/>
                  </a:lnTo>
                  <a:lnTo>
                    <a:pt x="128121" y="739435"/>
                  </a:lnTo>
                  <a:lnTo>
                    <a:pt x="160215" y="739435"/>
                  </a:lnTo>
                  <a:lnTo>
                    <a:pt x="192309" y="739435"/>
                  </a:lnTo>
                  <a:lnTo>
                    <a:pt x="224276" y="739435"/>
                  </a:lnTo>
                  <a:lnTo>
                    <a:pt x="256370" y="739435"/>
                  </a:lnTo>
                  <a:lnTo>
                    <a:pt x="288336" y="739435"/>
                  </a:lnTo>
                  <a:lnTo>
                    <a:pt x="320430" y="739435"/>
                  </a:lnTo>
                  <a:lnTo>
                    <a:pt x="352397" y="389203"/>
                  </a:lnTo>
                  <a:lnTo>
                    <a:pt x="384491" y="327308"/>
                  </a:lnTo>
                  <a:lnTo>
                    <a:pt x="416585" y="256497"/>
                  </a:lnTo>
                  <a:lnTo>
                    <a:pt x="448552" y="256497"/>
                  </a:lnTo>
                  <a:lnTo>
                    <a:pt x="480646" y="200842"/>
                  </a:lnTo>
                  <a:lnTo>
                    <a:pt x="512613" y="200842"/>
                  </a:lnTo>
                  <a:lnTo>
                    <a:pt x="544706" y="200842"/>
                  </a:lnTo>
                  <a:lnTo>
                    <a:pt x="576673" y="200842"/>
                  </a:lnTo>
                  <a:lnTo>
                    <a:pt x="608767" y="200842"/>
                  </a:lnTo>
                  <a:lnTo>
                    <a:pt x="640861" y="200842"/>
                  </a:lnTo>
                  <a:lnTo>
                    <a:pt x="672827" y="97428"/>
                  </a:lnTo>
                  <a:lnTo>
                    <a:pt x="704922" y="97428"/>
                  </a:lnTo>
                  <a:lnTo>
                    <a:pt x="736888" y="97428"/>
                  </a:lnTo>
                  <a:lnTo>
                    <a:pt x="768983" y="97428"/>
                  </a:lnTo>
                  <a:lnTo>
                    <a:pt x="800949" y="97428"/>
                  </a:lnTo>
                  <a:lnTo>
                    <a:pt x="833043" y="97428"/>
                  </a:lnTo>
                  <a:lnTo>
                    <a:pt x="865137" y="97428"/>
                  </a:lnTo>
                  <a:lnTo>
                    <a:pt x="897104" y="97428"/>
                  </a:lnTo>
                  <a:lnTo>
                    <a:pt x="929197" y="97428"/>
                  </a:lnTo>
                  <a:lnTo>
                    <a:pt x="961164" y="97428"/>
                  </a:lnTo>
                  <a:lnTo>
                    <a:pt x="993258" y="97428"/>
                  </a:lnTo>
                  <a:lnTo>
                    <a:pt x="1025225" y="97428"/>
                  </a:lnTo>
                  <a:lnTo>
                    <a:pt x="1057319" y="0"/>
                  </a:lnTo>
                  <a:lnTo>
                    <a:pt x="1089413" y="0"/>
                  </a:lnTo>
                  <a:lnTo>
                    <a:pt x="1121380" y="0"/>
                  </a:lnTo>
                  <a:lnTo>
                    <a:pt x="1153473" y="0"/>
                  </a:lnTo>
                  <a:lnTo>
                    <a:pt x="1185440" y="0"/>
                  </a:lnTo>
                  <a:lnTo>
                    <a:pt x="1217534" y="0"/>
                  </a:lnTo>
                  <a:lnTo>
                    <a:pt x="1249501" y="0"/>
                  </a:lnTo>
                  <a:lnTo>
                    <a:pt x="1281595" y="0"/>
                  </a:lnTo>
                  <a:lnTo>
                    <a:pt x="1313689" y="0"/>
                  </a:lnTo>
                  <a:lnTo>
                    <a:pt x="1345656" y="0"/>
                  </a:lnTo>
                  <a:lnTo>
                    <a:pt x="1377750" y="0"/>
                  </a:lnTo>
                  <a:lnTo>
                    <a:pt x="1409717" y="0"/>
                  </a:lnTo>
                  <a:lnTo>
                    <a:pt x="1441810" y="0"/>
                  </a:lnTo>
                  <a:lnTo>
                    <a:pt x="1473777" y="0"/>
                  </a:lnTo>
                  <a:lnTo>
                    <a:pt x="1505871" y="0"/>
                  </a:lnTo>
                  <a:lnTo>
                    <a:pt x="1537965" y="0"/>
                  </a:lnTo>
                  <a:lnTo>
                    <a:pt x="1569931" y="0"/>
                  </a:lnTo>
                  <a:lnTo>
                    <a:pt x="1602026" y="0"/>
                  </a:lnTo>
                  <a:lnTo>
                    <a:pt x="1633992" y="0"/>
                  </a:lnTo>
                  <a:lnTo>
                    <a:pt x="1666086" y="0"/>
                  </a:lnTo>
                  <a:lnTo>
                    <a:pt x="1698053" y="0"/>
                  </a:lnTo>
                  <a:lnTo>
                    <a:pt x="1730147" y="0"/>
                  </a:lnTo>
                  <a:lnTo>
                    <a:pt x="1762241" y="0"/>
                  </a:lnTo>
                  <a:lnTo>
                    <a:pt x="1794208" y="0"/>
                  </a:lnTo>
                  <a:lnTo>
                    <a:pt x="1826301" y="0"/>
                  </a:lnTo>
                  <a:lnTo>
                    <a:pt x="1858268" y="0"/>
                  </a:lnTo>
                  <a:lnTo>
                    <a:pt x="1890362" y="0"/>
                  </a:lnTo>
                  <a:lnTo>
                    <a:pt x="1922329" y="0"/>
                  </a:lnTo>
                  <a:lnTo>
                    <a:pt x="1954423" y="0"/>
                  </a:lnTo>
                  <a:lnTo>
                    <a:pt x="1986517" y="0"/>
                  </a:lnTo>
                  <a:lnTo>
                    <a:pt x="2018484" y="0"/>
                  </a:lnTo>
                  <a:lnTo>
                    <a:pt x="2050577" y="0"/>
                  </a:lnTo>
                  <a:lnTo>
                    <a:pt x="2082544" y="0"/>
                  </a:lnTo>
                  <a:lnTo>
                    <a:pt x="2114638" y="0"/>
                  </a:lnTo>
                  <a:lnTo>
                    <a:pt x="2146605" y="0"/>
                  </a:lnTo>
                  <a:lnTo>
                    <a:pt x="2178698" y="0"/>
                  </a:lnTo>
                  <a:lnTo>
                    <a:pt x="2210793" y="0"/>
                  </a:lnTo>
                  <a:lnTo>
                    <a:pt x="2242759" y="0"/>
                  </a:lnTo>
                  <a:lnTo>
                    <a:pt x="2274854" y="0"/>
                  </a:lnTo>
                  <a:lnTo>
                    <a:pt x="2306821" y="0"/>
                  </a:lnTo>
                  <a:lnTo>
                    <a:pt x="2338914" y="0"/>
                  </a:lnTo>
                  <a:lnTo>
                    <a:pt x="2370881" y="0"/>
                  </a:lnTo>
                  <a:lnTo>
                    <a:pt x="2402975" y="0"/>
                  </a:lnTo>
                  <a:lnTo>
                    <a:pt x="2435068" y="0"/>
                  </a:lnTo>
                  <a:lnTo>
                    <a:pt x="2467035" y="0"/>
                  </a:lnTo>
                  <a:lnTo>
                    <a:pt x="2499130" y="0"/>
                  </a:lnTo>
                  <a:lnTo>
                    <a:pt x="2531096" y="0"/>
                  </a:lnTo>
                  <a:lnTo>
                    <a:pt x="2563190" y="0"/>
                  </a:lnTo>
                  <a:lnTo>
                    <a:pt x="2595157" y="0"/>
                  </a:lnTo>
                  <a:lnTo>
                    <a:pt x="2627251" y="0"/>
                  </a:lnTo>
                  <a:lnTo>
                    <a:pt x="2659345" y="0"/>
                  </a:lnTo>
                  <a:lnTo>
                    <a:pt x="2691311" y="0"/>
                  </a:lnTo>
                  <a:lnTo>
                    <a:pt x="2723405" y="0"/>
                  </a:lnTo>
                  <a:lnTo>
                    <a:pt x="2755372" y="0"/>
                  </a:lnTo>
                  <a:lnTo>
                    <a:pt x="2787466" y="0"/>
                  </a:lnTo>
                  <a:lnTo>
                    <a:pt x="2819433" y="0"/>
                  </a:lnTo>
                  <a:lnTo>
                    <a:pt x="2851527" y="0"/>
                  </a:lnTo>
                  <a:lnTo>
                    <a:pt x="2883621" y="0"/>
                  </a:lnTo>
                  <a:lnTo>
                    <a:pt x="2883621" y="567121"/>
                  </a:lnTo>
                  <a:lnTo>
                    <a:pt x="2851527" y="567121"/>
                  </a:lnTo>
                  <a:lnTo>
                    <a:pt x="2819433" y="567121"/>
                  </a:lnTo>
                  <a:lnTo>
                    <a:pt x="2787466" y="567121"/>
                  </a:lnTo>
                  <a:lnTo>
                    <a:pt x="2755372" y="567121"/>
                  </a:lnTo>
                  <a:lnTo>
                    <a:pt x="2723405" y="567121"/>
                  </a:lnTo>
                  <a:lnTo>
                    <a:pt x="2691311" y="567121"/>
                  </a:lnTo>
                  <a:lnTo>
                    <a:pt x="2659345" y="567121"/>
                  </a:lnTo>
                  <a:lnTo>
                    <a:pt x="2627251" y="567121"/>
                  </a:lnTo>
                  <a:lnTo>
                    <a:pt x="2595157" y="567121"/>
                  </a:lnTo>
                  <a:lnTo>
                    <a:pt x="2563190" y="567121"/>
                  </a:lnTo>
                  <a:lnTo>
                    <a:pt x="2531096" y="567121"/>
                  </a:lnTo>
                  <a:lnTo>
                    <a:pt x="2499130" y="567121"/>
                  </a:lnTo>
                  <a:lnTo>
                    <a:pt x="2467035" y="567121"/>
                  </a:lnTo>
                  <a:lnTo>
                    <a:pt x="2435068" y="567121"/>
                  </a:lnTo>
                  <a:lnTo>
                    <a:pt x="2402975" y="567121"/>
                  </a:lnTo>
                  <a:lnTo>
                    <a:pt x="2370881" y="567121"/>
                  </a:lnTo>
                  <a:lnTo>
                    <a:pt x="2338914" y="567121"/>
                  </a:lnTo>
                  <a:lnTo>
                    <a:pt x="2306821" y="567121"/>
                  </a:lnTo>
                  <a:lnTo>
                    <a:pt x="2274854" y="567121"/>
                  </a:lnTo>
                  <a:lnTo>
                    <a:pt x="2242759" y="567121"/>
                  </a:lnTo>
                  <a:lnTo>
                    <a:pt x="2210793" y="567121"/>
                  </a:lnTo>
                  <a:lnTo>
                    <a:pt x="2178698" y="567121"/>
                  </a:lnTo>
                  <a:lnTo>
                    <a:pt x="2146605" y="567121"/>
                  </a:lnTo>
                  <a:lnTo>
                    <a:pt x="2114638" y="567121"/>
                  </a:lnTo>
                  <a:lnTo>
                    <a:pt x="2082544" y="567121"/>
                  </a:lnTo>
                  <a:lnTo>
                    <a:pt x="2050577" y="567121"/>
                  </a:lnTo>
                  <a:lnTo>
                    <a:pt x="2018484" y="567121"/>
                  </a:lnTo>
                  <a:lnTo>
                    <a:pt x="1986517" y="567121"/>
                  </a:lnTo>
                  <a:lnTo>
                    <a:pt x="1954423" y="567121"/>
                  </a:lnTo>
                  <a:lnTo>
                    <a:pt x="1922329" y="567121"/>
                  </a:lnTo>
                  <a:lnTo>
                    <a:pt x="1890362" y="567121"/>
                  </a:lnTo>
                  <a:lnTo>
                    <a:pt x="1858268" y="567121"/>
                  </a:lnTo>
                  <a:lnTo>
                    <a:pt x="1826301" y="567121"/>
                  </a:lnTo>
                  <a:lnTo>
                    <a:pt x="1794208" y="567121"/>
                  </a:lnTo>
                  <a:lnTo>
                    <a:pt x="1762241" y="567121"/>
                  </a:lnTo>
                  <a:lnTo>
                    <a:pt x="1730147" y="567121"/>
                  </a:lnTo>
                  <a:lnTo>
                    <a:pt x="1698053" y="567121"/>
                  </a:lnTo>
                  <a:lnTo>
                    <a:pt x="1666086" y="567121"/>
                  </a:lnTo>
                  <a:lnTo>
                    <a:pt x="1633992" y="567121"/>
                  </a:lnTo>
                  <a:lnTo>
                    <a:pt x="1602026" y="567121"/>
                  </a:lnTo>
                  <a:lnTo>
                    <a:pt x="1569931" y="567121"/>
                  </a:lnTo>
                  <a:lnTo>
                    <a:pt x="1537965" y="567121"/>
                  </a:lnTo>
                  <a:lnTo>
                    <a:pt x="1505871" y="567121"/>
                  </a:lnTo>
                  <a:lnTo>
                    <a:pt x="1473777" y="567121"/>
                  </a:lnTo>
                  <a:lnTo>
                    <a:pt x="1441810" y="567121"/>
                  </a:lnTo>
                  <a:lnTo>
                    <a:pt x="1409717" y="567121"/>
                  </a:lnTo>
                  <a:lnTo>
                    <a:pt x="1377750" y="567121"/>
                  </a:lnTo>
                  <a:lnTo>
                    <a:pt x="1345656" y="567121"/>
                  </a:lnTo>
                  <a:lnTo>
                    <a:pt x="1313689" y="567121"/>
                  </a:lnTo>
                  <a:lnTo>
                    <a:pt x="1281595" y="567121"/>
                  </a:lnTo>
                  <a:lnTo>
                    <a:pt x="1249501" y="567121"/>
                  </a:lnTo>
                  <a:lnTo>
                    <a:pt x="1217534" y="567121"/>
                  </a:lnTo>
                  <a:lnTo>
                    <a:pt x="1185440" y="567121"/>
                  </a:lnTo>
                  <a:lnTo>
                    <a:pt x="1153473" y="567121"/>
                  </a:lnTo>
                  <a:lnTo>
                    <a:pt x="1121380" y="567121"/>
                  </a:lnTo>
                  <a:lnTo>
                    <a:pt x="1089413" y="567121"/>
                  </a:lnTo>
                  <a:lnTo>
                    <a:pt x="1057319" y="567121"/>
                  </a:lnTo>
                  <a:lnTo>
                    <a:pt x="1025225" y="606730"/>
                  </a:lnTo>
                  <a:lnTo>
                    <a:pt x="993258" y="606730"/>
                  </a:lnTo>
                  <a:lnTo>
                    <a:pt x="961164" y="606730"/>
                  </a:lnTo>
                  <a:lnTo>
                    <a:pt x="929197" y="606730"/>
                  </a:lnTo>
                  <a:lnTo>
                    <a:pt x="897104" y="606730"/>
                  </a:lnTo>
                  <a:lnTo>
                    <a:pt x="865137" y="606730"/>
                  </a:lnTo>
                  <a:lnTo>
                    <a:pt x="833043" y="606730"/>
                  </a:lnTo>
                  <a:lnTo>
                    <a:pt x="800949" y="606730"/>
                  </a:lnTo>
                  <a:lnTo>
                    <a:pt x="768983" y="606730"/>
                  </a:lnTo>
                  <a:lnTo>
                    <a:pt x="736888" y="606730"/>
                  </a:lnTo>
                  <a:lnTo>
                    <a:pt x="704922" y="606730"/>
                  </a:lnTo>
                  <a:lnTo>
                    <a:pt x="672827" y="606730"/>
                  </a:lnTo>
                  <a:lnTo>
                    <a:pt x="640861" y="643154"/>
                  </a:lnTo>
                  <a:lnTo>
                    <a:pt x="608767" y="643154"/>
                  </a:lnTo>
                  <a:lnTo>
                    <a:pt x="576673" y="643154"/>
                  </a:lnTo>
                  <a:lnTo>
                    <a:pt x="544706" y="643154"/>
                  </a:lnTo>
                  <a:lnTo>
                    <a:pt x="512613" y="643154"/>
                  </a:lnTo>
                  <a:lnTo>
                    <a:pt x="480646" y="643154"/>
                  </a:lnTo>
                  <a:lnTo>
                    <a:pt x="448552" y="669517"/>
                  </a:lnTo>
                  <a:lnTo>
                    <a:pt x="416585" y="669517"/>
                  </a:lnTo>
                  <a:lnTo>
                    <a:pt x="384491" y="695625"/>
                  </a:lnTo>
                  <a:lnTo>
                    <a:pt x="352397" y="732304"/>
                  </a:lnTo>
                  <a:lnTo>
                    <a:pt x="320430" y="739435"/>
                  </a:lnTo>
                  <a:lnTo>
                    <a:pt x="288336" y="739435"/>
                  </a:lnTo>
                  <a:lnTo>
                    <a:pt x="256370" y="739435"/>
                  </a:lnTo>
                  <a:lnTo>
                    <a:pt x="224276" y="739435"/>
                  </a:lnTo>
                  <a:lnTo>
                    <a:pt x="192309" y="739435"/>
                  </a:lnTo>
                  <a:lnTo>
                    <a:pt x="160215" y="739435"/>
                  </a:lnTo>
                  <a:lnTo>
                    <a:pt x="128121" y="739435"/>
                  </a:lnTo>
                  <a:lnTo>
                    <a:pt x="96155" y="739435"/>
                  </a:lnTo>
                  <a:lnTo>
                    <a:pt x="64060" y="739435"/>
                  </a:lnTo>
                  <a:lnTo>
                    <a:pt x="32093" y="739435"/>
                  </a:lnTo>
                  <a:lnTo>
                    <a:pt x="0" y="739435"/>
                  </a:lnTo>
                  <a:close/>
                </a:path>
              </a:pathLst>
            </a:custGeom>
            <a:solidFill>
              <a:srgbClr val="00468B">
                <a:alpha val="18000"/>
              </a:srgbClr>
            </a:solidFill>
            <a:ln w="0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6" name="Freeform 235">
              <a:extLst>
                <a:ext uri="{FF2B5EF4-FFF2-40B4-BE49-F238E27FC236}">
                  <a16:creationId xmlns:a16="http://schemas.microsoft.com/office/drawing/2014/main" id="{126BB1E2-590F-7470-FC1A-EEB903F429D0}"/>
                </a:ext>
              </a:extLst>
            </p:cNvPr>
            <p:cNvSpPr/>
            <p:nvPr/>
          </p:nvSpPr>
          <p:spPr>
            <a:xfrm>
              <a:off x="8507653" y="4323989"/>
              <a:ext cx="2883620" cy="739435"/>
            </a:xfrm>
            <a:custGeom>
              <a:avLst/>
              <a:gdLst>
                <a:gd name="csX0" fmla="*/ 0 w 2883620"/>
                <a:gd name="csY0" fmla="*/ 739435 h 739435"/>
                <a:gd name="csX1" fmla="*/ 32093 w 2883620"/>
                <a:gd name="csY1" fmla="*/ 739435 h 739435"/>
                <a:gd name="csX2" fmla="*/ 64060 w 2883620"/>
                <a:gd name="csY2" fmla="*/ 739435 h 739435"/>
                <a:gd name="csX3" fmla="*/ 96155 w 2883620"/>
                <a:gd name="csY3" fmla="*/ 739435 h 739435"/>
                <a:gd name="csX4" fmla="*/ 128121 w 2883620"/>
                <a:gd name="csY4" fmla="*/ 739435 h 739435"/>
                <a:gd name="csX5" fmla="*/ 160215 w 2883620"/>
                <a:gd name="csY5" fmla="*/ 739435 h 739435"/>
                <a:gd name="csX6" fmla="*/ 192309 w 2883620"/>
                <a:gd name="csY6" fmla="*/ 739435 h 739435"/>
                <a:gd name="csX7" fmla="*/ 224276 w 2883620"/>
                <a:gd name="csY7" fmla="*/ 739435 h 739435"/>
                <a:gd name="csX8" fmla="*/ 256370 w 2883620"/>
                <a:gd name="csY8" fmla="*/ 739435 h 739435"/>
                <a:gd name="csX9" fmla="*/ 288336 w 2883620"/>
                <a:gd name="csY9" fmla="*/ 739435 h 739435"/>
                <a:gd name="csX10" fmla="*/ 320430 w 2883620"/>
                <a:gd name="csY10" fmla="*/ 739435 h 739435"/>
                <a:gd name="csX11" fmla="*/ 352397 w 2883620"/>
                <a:gd name="csY11" fmla="*/ 389203 h 739435"/>
                <a:gd name="csX12" fmla="*/ 384491 w 2883620"/>
                <a:gd name="csY12" fmla="*/ 327308 h 739435"/>
                <a:gd name="csX13" fmla="*/ 416585 w 2883620"/>
                <a:gd name="csY13" fmla="*/ 256497 h 739435"/>
                <a:gd name="csX14" fmla="*/ 448552 w 2883620"/>
                <a:gd name="csY14" fmla="*/ 256497 h 739435"/>
                <a:gd name="csX15" fmla="*/ 480646 w 2883620"/>
                <a:gd name="csY15" fmla="*/ 200842 h 739435"/>
                <a:gd name="csX16" fmla="*/ 512613 w 2883620"/>
                <a:gd name="csY16" fmla="*/ 200842 h 739435"/>
                <a:gd name="csX17" fmla="*/ 544706 w 2883620"/>
                <a:gd name="csY17" fmla="*/ 200842 h 739435"/>
                <a:gd name="csX18" fmla="*/ 576673 w 2883620"/>
                <a:gd name="csY18" fmla="*/ 200842 h 739435"/>
                <a:gd name="csX19" fmla="*/ 608767 w 2883620"/>
                <a:gd name="csY19" fmla="*/ 200842 h 739435"/>
                <a:gd name="csX20" fmla="*/ 640861 w 2883620"/>
                <a:gd name="csY20" fmla="*/ 200842 h 739435"/>
                <a:gd name="csX21" fmla="*/ 672827 w 2883620"/>
                <a:gd name="csY21" fmla="*/ 97428 h 739435"/>
                <a:gd name="csX22" fmla="*/ 704922 w 2883620"/>
                <a:gd name="csY22" fmla="*/ 97428 h 739435"/>
                <a:gd name="csX23" fmla="*/ 736888 w 2883620"/>
                <a:gd name="csY23" fmla="*/ 97428 h 739435"/>
                <a:gd name="csX24" fmla="*/ 768983 w 2883620"/>
                <a:gd name="csY24" fmla="*/ 97428 h 739435"/>
                <a:gd name="csX25" fmla="*/ 800949 w 2883620"/>
                <a:gd name="csY25" fmla="*/ 97428 h 739435"/>
                <a:gd name="csX26" fmla="*/ 833043 w 2883620"/>
                <a:gd name="csY26" fmla="*/ 97428 h 739435"/>
                <a:gd name="csX27" fmla="*/ 865137 w 2883620"/>
                <a:gd name="csY27" fmla="*/ 97428 h 739435"/>
                <a:gd name="csX28" fmla="*/ 897104 w 2883620"/>
                <a:gd name="csY28" fmla="*/ 97428 h 739435"/>
                <a:gd name="csX29" fmla="*/ 929197 w 2883620"/>
                <a:gd name="csY29" fmla="*/ 97428 h 739435"/>
                <a:gd name="csX30" fmla="*/ 961164 w 2883620"/>
                <a:gd name="csY30" fmla="*/ 97428 h 739435"/>
                <a:gd name="csX31" fmla="*/ 993258 w 2883620"/>
                <a:gd name="csY31" fmla="*/ 97428 h 739435"/>
                <a:gd name="csX32" fmla="*/ 1025225 w 2883620"/>
                <a:gd name="csY32" fmla="*/ 97428 h 739435"/>
                <a:gd name="csX33" fmla="*/ 1057319 w 2883620"/>
                <a:gd name="csY33" fmla="*/ 0 h 739435"/>
                <a:gd name="csX34" fmla="*/ 1089413 w 2883620"/>
                <a:gd name="csY34" fmla="*/ 0 h 739435"/>
                <a:gd name="csX35" fmla="*/ 1121380 w 2883620"/>
                <a:gd name="csY35" fmla="*/ 0 h 739435"/>
                <a:gd name="csX36" fmla="*/ 1153473 w 2883620"/>
                <a:gd name="csY36" fmla="*/ 0 h 739435"/>
                <a:gd name="csX37" fmla="*/ 1185440 w 2883620"/>
                <a:gd name="csY37" fmla="*/ 0 h 739435"/>
                <a:gd name="csX38" fmla="*/ 1217534 w 2883620"/>
                <a:gd name="csY38" fmla="*/ 0 h 739435"/>
                <a:gd name="csX39" fmla="*/ 1249501 w 2883620"/>
                <a:gd name="csY39" fmla="*/ 0 h 739435"/>
                <a:gd name="csX40" fmla="*/ 1281595 w 2883620"/>
                <a:gd name="csY40" fmla="*/ 0 h 739435"/>
                <a:gd name="csX41" fmla="*/ 1313689 w 2883620"/>
                <a:gd name="csY41" fmla="*/ 0 h 739435"/>
                <a:gd name="csX42" fmla="*/ 1345656 w 2883620"/>
                <a:gd name="csY42" fmla="*/ 0 h 739435"/>
                <a:gd name="csX43" fmla="*/ 1377750 w 2883620"/>
                <a:gd name="csY43" fmla="*/ 0 h 739435"/>
                <a:gd name="csX44" fmla="*/ 1409717 w 2883620"/>
                <a:gd name="csY44" fmla="*/ 0 h 739435"/>
                <a:gd name="csX45" fmla="*/ 1441810 w 2883620"/>
                <a:gd name="csY45" fmla="*/ 0 h 739435"/>
                <a:gd name="csX46" fmla="*/ 1473777 w 2883620"/>
                <a:gd name="csY46" fmla="*/ 0 h 739435"/>
                <a:gd name="csX47" fmla="*/ 1505871 w 2883620"/>
                <a:gd name="csY47" fmla="*/ 0 h 739435"/>
                <a:gd name="csX48" fmla="*/ 1537965 w 2883620"/>
                <a:gd name="csY48" fmla="*/ 0 h 739435"/>
                <a:gd name="csX49" fmla="*/ 1569931 w 2883620"/>
                <a:gd name="csY49" fmla="*/ 0 h 739435"/>
                <a:gd name="csX50" fmla="*/ 1602026 w 2883620"/>
                <a:gd name="csY50" fmla="*/ 0 h 739435"/>
                <a:gd name="csX51" fmla="*/ 1633992 w 2883620"/>
                <a:gd name="csY51" fmla="*/ 0 h 739435"/>
                <a:gd name="csX52" fmla="*/ 1666086 w 2883620"/>
                <a:gd name="csY52" fmla="*/ 0 h 739435"/>
                <a:gd name="csX53" fmla="*/ 1698053 w 2883620"/>
                <a:gd name="csY53" fmla="*/ 0 h 739435"/>
                <a:gd name="csX54" fmla="*/ 1730147 w 2883620"/>
                <a:gd name="csY54" fmla="*/ 0 h 739435"/>
                <a:gd name="csX55" fmla="*/ 1762241 w 2883620"/>
                <a:gd name="csY55" fmla="*/ 0 h 739435"/>
                <a:gd name="csX56" fmla="*/ 1794208 w 2883620"/>
                <a:gd name="csY56" fmla="*/ 0 h 739435"/>
                <a:gd name="csX57" fmla="*/ 1826301 w 2883620"/>
                <a:gd name="csY57" fmla="*/ 0 h 739435"/>
                <a:gd name="csX58" fmla="*/ 1858268 w 2883620"/>
                <a:gd name="csY58" fmla="*/ 0 h 739435"/>
                <a:gd name="csX59" fmla="*/ 1890362 w 2883620"/>
                <a:gd name="csY59" fmla="*/ 0 h 739435"/>
                <a:gd name="csX60" fmla="*/ 1922329 w 2883620"/>
                <a:gd name="csY60" fmla="*/ 0 h 739435"/>
                <a:gd name="csX61" fmla="*/ 1954423 w 2883620"/>
                <a:gd name="csY61" fmla="*/ 0 h 739435"/>
                <a:gd name="csX62" fmla="*/ 1986517 w 2883620"/>
                <a:gd name="csY62" fmla="*/ 0 h 739435"/>
                <a:gd name="csX63" fmla="*/ 2018484 w 2883620"/>
                <a:gd name="csY63" fmla="*/ 0 h 739435"/>
                <a:gd name="csX64" fmla="*/ 2050577 w 2883620"/>
                <a:gd name="csY64" fmla="*/ 0 h 739435"/>
                <a:gd name="csX65" fmla="*/ 2082544 w 2883620"/>
                <a:gd name="csY65" fmla="*/ 0 h 739435"/>
                <a:gd name="csX66" fmla="*/ 2114638 w 2883620"/>
                <a:gd name="csY66" fmla="*/ 0 h 739435"/>
                <a:gd name="csX67" fmla="*/ 2146605 w 2883620"/>
                <a:gd name="csY67" fmla="*/ 0 h 739435"/>
                <a:gd name="csX68" fmla="*/ 2178698 w 2883620"/>
                <a:gd name="csY68" fmla="*/ 0 h 739435"/>
                <a:gd name="csX69" fmla="*/ 2210793 w 2883620"/>
                <a:gd name="csY69" fmla="*/ 0 h 739435"/>
                <a:gd name="csX70" fmla="*/ 2242759 w 2883620"/>
                <a:gd name="csY70" fmla="*/ 0 h 739435"/>
                <a:gd name="csX71" fmla="*/ 2274854 w 2883620"/>
                <a:gd name="csY71" fmla="*/ 0 h 739435"/>
                <a:gd name="csX72" fmla="*/ 2306821 w 2883620"/>
                <a:gd name="csY72" fmla="*/ 0 h 739435"/>
                <a:gd name="csX73" fmla="*/ 2338914 w 2883620"/>
                <a:gd name="csY73" fmla="*/ 0 h 739435"/>
                <a:gd name="csX74" fmla="*/ 2370881 w 2883620"/>
                <a:gd name="csY74" fmla="*/ 0 h 739435"/>
                <a:gd name="csX75" fmla="*/ 2402975 w 2883620"/>
                <a:gd name="csY75" fmla="*/ 0 h 739435"/>
                <a:gd name="csX76" fmla="*/ 2435068 w 2883620"/>
                <a:gd name="csY76" fmla="*/ 0 h 739435"/>
                <a:gd name="csX77" fmla="*/ 2467035 w 2883620"/>
                <a:gd name="csY77" fmla="*/ 0 h 739435"/>
                <a:gd name="csX78" fmla="*/ 2499130 w 2883620"/>
                <a:gd name="csY78" fmla="*/ 0 h 739435"/>
                <a:gd name="csX79" fmla="*/ 2531096 w 2883620"/>
                <a:gd name="csY79" fmla="*/ 0 h 739435"/>
                <a:gd name="csX80" fmla="*/ 2563190 w 2883620"/>
                <a:gd name="csY80" fmla="*/ 0 h 739435"/>
                <a:gd name="csX81" fmla="*/ 2595157 w 2883620"/>
                <a:gd name="csY81" fmla="*/ 0 h 739435"/>
                <a:gd name="csX82" fmla="*/ 2627251 w 2883620"/>
                <a:gd name="csY82" fmla="*/ 0 h 739435"/>
                <a:gd name="csX83" fmla="*/ 2659345 w 2883620"/>
                <a:gd name="csY83" fmla="*/ 0 h 739435"/>
                <a:gd name="csX84" fmla="*/ 2691311 w 2883620"/>
                <a:gd name="csY84" fmla="*/ 0 h 739435"/>
                <a:gd name="csX85" fmla="*/ 2723405 w 2883620"/>
                <a:gd name="csY85" fmla="*/ 0 h 739435"/>
                <a:gd name="csX86" fmla="*/ 2755372 w 2883620"/>
                <a:gd name="csY86" fmla="*/ 0 h 739435"/>
                <a:gd name="csX87" fmla="*/ 2787466 w 2883620"/>
                <a:gd name="csY87" fmla="*/ 0 h 739435"/>
                <a:gd name="csX88" fmla="*/ 2819433 w 2883620"/>
                <a:gd name="csY88" fmla="*/ 0 h 739435"/>
                <a:gd name="csX89" fmla="*/ 2851527 w 2883620"/>
                <a:gd name="csY89" fmla="*/ 0 h 739435"/>
                <a:gd name="csX90" fmla="*/ 2883621 w 2883620"/>
                <a:gd name="csY90" fmla="*/ 0 h 7394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</a:cxnLst>
              <a:rect l="l" t="t" r="r" b="b"/>
              <a:pathLst>
                <a:path w="2883620" h="739435">
                  <a:moveTo>
                    <a:pt x="0" y="739435"/>
                  </a:moveTo>
                  <a:lnTo>
                    <a:pt x="32093" y="739435"/>
                  </a:lnTo>
                  <a:lnTo>
                    <a:pt x="64060" y="739435"/>
                  </a:lnTo>
                  <a:lnTo>
                    <a:pt x="96155" y="739435"/>
                  </a:lnTo>
                  <a:lnTo>
                    <a:pt x="128121" y="739435"/>
                  </a:lnTo>
                  <a:lnTo>
                    <a:pt x="160215" y="739435"/>
                  </a:lnTo>
                  <a:lnTo>
                    <a:pt x="192309" y="739435"/>
                  </a:lnTo>
                  <a:lnTo>
                    <a:pt x="224276" y="739435"/>
                  </a:lnTo>
                  <a:lnTo>
                    <a:pt x="256370" y="739435"/>
                  </a:lnTo>
                  <a:lnTo>
                    <a:pt x="288336" y="739435"/>
                  </a:lnTo>
                  <a:lnTo>
                    <a:pt x="320430" y="739435"/>
                  </a:lnTo>
                  <a:lnTo>
                    <a:pt x="352397" y="389203"/>
                  </a:lnTo>
                  <a:lnTo>
                    <a:pt x="384491" y="327308"/>
                  </a:lnTo>
                  <a:lnTo>
                    <a:pt x="416585" y="256497"/>
                  </a:lnTo>
                  <a:lnTo>
                    <a:pt x="448552" y="256497"/>
                  </a:lnTo>
                  <a:lnTo>
                    <a:pt x="480646" y="200842"/>
                  </a:lnTo>
                  <a:lnTo>
                    <a:pt x="512613" y="200842"/>
                  </a:lnTo>
                  <a:lnTo>
                    <a:pt x="544706" y="200842"/>
                  </a:lnTo>
                  <a:lnTo>
                    <a:pt x="576673" y="200842"/>
                  </a:lnTo>
                  <a:lnTo>
                    <a:pt x="608767" y="200842"/>
                  </a:lnTo>
                  <a:lnTo>
                    <a:pt x="640861" y="200842"/>
                  </a:lnTo>
                  <a:lnTo>
                    <a:pt x="672827" y="97428"/>
                  </a:lnTo>
                  <a:lnTo>
                    <a:pt x="704922" y="97428"/>
                  </a:lnTo>
                  <a:lnTo>
                    <a:pt x="736888" y="97428"/>
                  </a:lnTo>
                  <a:lnTo>
                    <a:pt x="768983" y="97428"/>
                  </a:lnTo>
                  <a:lnTo>
                    <a:pt x="800949" y="97428"/>
                  </a:lnTo>
                  <a:lnTo>
                    <a:pt x="833043" y="97428"/>
                  </a:lnTo>
                  <a:lnTo>
                    <a:pt x="865137" y="97428"/>
                  </a:lnTo>
                  <a:lnTo>
                    <a:pt x="897104" y="97428"/>
                  </a:lnTo>
                  <a:lnTo>
                    <a:pt x="929197" y="97428"/>
                  </a:lnTo>
                  <a:lnTo>
                    <a:pt x="961164" y="97428"/>
                  </a:lnTo>
                  <a:lnTo>
                    <a:pt x="993258" y="97428"/>
                  </a:lnTo>
                  <a:lnTo>
                    <a:pt x="1025225" y="97428"/>
                  </a:lnTo>
                  <a:lnTo>
                    <a:pt x="1057319" y="0"/>
                  </a:lnTo>
                  <a:lnTo>
                    <a:pt x="1089413" y="0"/>
                  </a:lnTo>
                  <a:lnTo>
                    <a:pt x="1121380" y="0"/>
                  </a:lnTo>
                  <a:lnTo>
                    <a:pt x="1153473" y="0"/>
                  </a:lnTo>
                  <a:lnTo>
                    <a:pt x="1185440" y="0"/>
                  </a:lnTo>
                  <a:lnTo>
                    <a:pt x="1217534" y="0"/>
                  </a:lnTo>
                  <a:lnTo>
                    <a:pt x="1249501" y="0"/>
                  </a:lnTo>
                  <a:lnTo>
                    <a:pt x="1281595" y="0"/>
                  </a:lnTo>
                  <a:lnTo>
                    <a:pt x="1313689" y="0"/>
                  </a:lnTo>
                  <a:lnTo>
                    <a:pt x="1345656" y="0"/>
                  </a:lnTo>
                  <a:lnTo>
                    <a:pt x="1377750" y="0"/>
                  </a:lnTo>
                  <a:lnTo>
                    <a:pt x="1409717" y="0"/>
                  </a:lnTo>
                  <a:lnTo>
                    <a:pt x="1441810" y="0"/>
                  </a:lnTo>
                  <a:lnTo>
                    <a:pt x="1473777" y="0"/>
                  </a:lnTo>
                  <a:lnTo>
                    <a:pt x="1505871" y="0"/>
                  </a:lnTo>
                  <a:lnTo>
                    <a:pt x="1537965" y="0"/>
                  </a:lnTo>
                  <a:lnTo>
                    <a:pt x="1569931" y="0"/>
                  </a:lnTo>
                  <a:lnTo>
                    <a:pt x="1602026" y="0"/>
                  </a:lnTo>
                  <a:lnTo>
                    <a:pt x="1633992" y="0"/>
                  </a:lnTo>
                  <a:lnTo>
                    <a:pt x="1666086" y="0"/>
                  </a:lnTo>
                  <a:lnTo>
                    <a:pt x="1698053" y="0"/>
                  </a:lnTo>
                  <a:lnTo>
                    <a:pt x="1730147" y="0"/>
                  </a:lnTo>
                  <a:lnTo>
                    <a:pt x="1762241" y="0"/>
                  </a:lnTo>
                  <a:lnTo>
                    <a:pt x="1794208" y="0"/>
                  </a:lnTo>
                  <a:lnTo>
                    <a:pt x="1826301" y="0"/>
                  </a:lnTo>
                  <a:lnTo>
                    <a:pt x="1858268" y="0"/>
                  </a:lnTo>
                  <a:lnTo>
                    <a:pt x="1890362" y="0"/>
                  </a:lnTo>
                  <a:lnTo>
                    <a:pt x="1922329" y="0"/>
                  </a:lnTo>
                  <a:lnTo>
                    <a:pt x="1954423" y="0"/>
                  </a:lnTo>
                  <a:lnTo>
                    <a:pt x="1986517" y="0"/>
                  </a:lnTo>
                  <a:lnTo>
                    <a:pt x="2018484" y="0"/>
                  </a:lnTo>
                  <a:lnTo>
                    <a:pt x="2050577" y="0"/>
                  </a:lnTo>
                  <a:lnTo>
                    <a:pt x="2082544" y="0"/>
                  </a:lnTo>
                  <a:lnTo>
                    <a:pt x="2114638" y="0"/>
                  </a:lnTo>
                  <a:lnTo>
                    <a:pt x="2146605" y="0"/>
                  </a:lnTo>
                  <a:lnTo>
                    <a:pt x="2178698" y="0"/>
                  </a:lnTo>
                  <a:lnTo>
                    <a:pt x="2210793" y="0"/>
                  </a:lnTo>
                  <a:lnTo>
                    <a:pt x="2242759" y="0"/>
                  </a:lnTo>
                  <a:lnTo>
                    <a:pt x="2274854" y="0"/>
                  </a:lnTo>
                  <a:lnTo>
                    <a:pt x="2306821" y="0"/>
                  </a:lnTo>
                  <a:lnTo>
                    <a:pt x="2338914" y="0"/>
                  </a:lnTo>
                  <a:lnTo>
                    <a:pt x="2370881" y="0"/>
                  </a:lnTo>
                  <a:lnTo>
                    <a:pt x="2402975" y="0"/>
                  </a:lnTo>
                  <a:lnTo>
                    <a:pt x="2435068" y="0"/>
                  </a:lnTo>
                  <a:lnTo>
                    <a:pt x="2467035" y="0"/>
                  </a:lnTo>
                  <a:lnTo>
                    <a:pt x="2499130" y="0"/>
                  </a:lnTo>
                  <a:lnTo>
                    <a:pt x="2531096" y="0"/>
                  </a:lnTo>
                  <a:lnTo>
                    <a:pt x="2563190" y="0"/>
                  </a:lnTo>
                  <a:lnTo>
                    <a:pt x="2595157" y="0"/>
                  </a:lnTo>
                  <a:lnTo>
                    <a:pt x="2627251" y="0"/>
                  </a:lnTo>
                  <a:lnTo>
                    <a:pt x="2659345" y="0"/>
                  </a:lnTo>
                  <a:lnTo>
                    <a:pt x="2691311" y="0"/>
                  </a:lnTo>
                  <a:lnTo>
                    <a:pt x="2723405" y="0"/>
                  </a:lnTo>
                  <a:lnTo>
                    <a:pt x="2755372" y="0"/>
                  </a:lnTo>
                  <a:lnTo>
                    <a:pt x="2787466" y="0"/>
                  </a:lnTo>
                  <a:lnTo>
                    <a:pt x="2819433" y="0"/>
                  </a:lnTo>
                  <a:lnTo>
                    <a:pt x="2851527" y="0"/>
                  </a:lnTo>
                  <a:lnTo>
                    <a:pt x="2883621" y="0"/>
                  </a:lnTo>
                </a:path>
              </a:pathLst>
            </a:custGeom>
            <a:noFill/>
            <a:ln w="14770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" name="Freeform 236">
              <a:extLst>
                <a:ext uri="{FF2B5EF4-FFF2-40B4-BE49-F238E27FC236}">
                  <a16:creationId xmlns:a16="http://schemas.microsoft.com/office/drawing/2014/main" id="{2156F76C-20CC-48B2-4140-D342151F271A}"/>
                </a:ext>
              </a:extLst>
            </p:cNvPr>
            <p:cNvSpPr/>
            <p:nvPr/>
          </p:nvSpPr>
          <p:spPr>
            <a:xfrm>
              <a:off x="8507653" y="4891110"/>
              <a:ext cx="2883620" cy="172314"/>
            </a:xfrm>
            <a:custGeom>
              <a:avLst/>
              <a:gdLst>
                <a:gd name="csX0" fmla="*/ 2883621 w 2883620"/>
                <a:gd name="csY0" fmla="*/ 0 h 172314"/>
                <a:gd name="csX1" fmla="*/ 2851527 w 2883620"/>
                <a:gd name="csY1" fmla="*/ 0 h 172314"/>
                <a:gd name="csX2" fmla="*/ 2819433 w 2883620"/>
                <a:gd name="csY2" fmla="*/ 0 h 172314"/>
                <a:gd name="csX3" fmla="*/ 2787466 w 2883620"/>
                <a:gd name="csY3" fmla="*/ 0 h 172314"/>
                <a:gd name="csX4" fmla="*/ 2755372 w 2883620"/>
                <a:gd name="csY4" fmla="*/ 0 h 172314"/>
                <a:gd name="csX5" fmla="*/ 2723405 w 2883620"/>
                <a:gd name="csY5" fmla="*/ 0 h 172314"/>
                <a:gd name="csX6" fmla="*/ 2691311 w 2883620"/>
                <a:gd name="csY6" fmla="*/ 0 h 172314"/>
                <a:gd name="csX7" fmla="*/ 2659345 w 2883620"/>
                <a:gd name="csY7" fmla="*/ 0 h 172314"/>
                <a:gd name="csX8" fmla="*/ 2627251 w 2883620"/>
                <a:gd name="csY8" fmla="*/ 0 h 172314"/>
                <a:gd name="csX9" fmla="*/ 2595157 w 2883620"/>
                <a:gd name="csY9" fmla="*/ 0 h 172314"/>
                <a:gd name="csX10" fmla="*/ 2563190 w 2883620"/>
                <a:gd name="csY10" fmla="*/ 0 h 172314"/>
                <a:gd name="csX11" fmla="*/ 2531096 w 2883620"/>
                <a:gd name="csY11" fmla="*/ 0 h 172314"/>
                <a:gd name="csX12" fmla="*/ 2499130 w 2883620"/>
                <a:gd name="csY12" fmla="*/ 0 h 172314"/>
                <a:gd name="csX13" fmla="*/ 2467035 w 2883620"/>
                <a:gd name="csY13" fmla="*/ 0 h 172314"/>
                <a:gd name="csX14" fmla="*/ 2435068 w 2883620"/>
                <a:gd name="csY14" fmla="*/ 0 h 172314"/>
                <a:gd name="csX15" fmla="*/ 2402975 w 2883620"/>
                <a:gd name="csY15" fmla="*/ 0 h 172314"/>
                <a:gd name="csX16" fmla="*/ 2370881 w 2883620"/>
                <a:gd name="csY16" fmla="*/ 0 h 172314"/>
                <a:gd name="csX17" fmla="*/ 2338914 w 2883620"/>
                <a:gd name="csY17" fmla="*/ 0 h 172314"/>
                <a:gd name="csX18" fmla="*/ 2306821 w 2883620"/>
                <a:gd name="csY18" fmla="*/ 0 h 172314"/>
                <a:gd name="csX19" fmla="*/ 2274854 w 2883620"/>
                <a:gd name="csY19" fmla="*/ 0 h 172314"/>
                <a:gd name="csX20" fmla="*/ 2242759 w 2883620"/>
                <a:gd name="csY20" fmla="*/ 0 h 172314"/>
                <a:gd name="csX21" fmla="*/ 2210793 w 2883620"/>
                <a:gd name="csY21" fmla="*/ 0 h 172314"/>
                <a:gd name="csX22" fmla="*/ 2178698 w 2883620"/>
                <a:gd name="csY22" fmla="*/ 0 h 172314"/>
                <a:gd name="csX23" fmla="*/ 2146605 w 2883620"/>
                <a:gd name="csY23" fmla="*/ 0 h 172314"/>
                <a:gd name="csX24" fmla="*/ 2114638 w 2883620"/>
                <a:gd name="csY24" fmla="*/ 0 h 172314"/>
                <a:gd name="csX25" fmla="*/ 2082544 w 2883620"/>
                <a:gd name="csY25" fmla="*/ 0 h 172314"/>
                <a:gd name="csX26" fmla="*/ 2050577 w 2883620"/>
                <a:gd name="csY26" fmla="*/ 0 h 172314"/>
                <a:gd name="csX27" fmla="*/ 2018484 w 2883620"/>
                <a:gd name="csY27" fmla="*/ 0 h 172314"/>
                <a:gd name="csX28" fmla="*/ 1986517 w 2883620"/>
                <a:gd name="csY28" fmla="*/ 0 h 172314"/>
                <a:gd name="csX29" fmla="*/ 1954423 w 2883620"/>
                <a:gd name="csY29" fmla="*/ 0 h 172314"/>
                <a:gd name="csX30" fmla="*/ 1922329 w 2883620"/>
                <a:gd name="csY30" fmla="*/ 0 h 172314"/>
                <a:gd name="csX31" fmla="*/ 1890362 w 2883620"/>
                <a:gd name="csY31" fmla="*/ 0 h 172314"/>
                <a:gd name="csX32" fmla="*/ 1858268 w 2883620"/>
                <a:gd name="csY32" fmla="*/ 0 h 172314"/>
                <a:gd name="csX33" fmla="*/ 1826301 w 2883620"/>
                <a:gd name="csY33" fmla="*/ 0 h 172314"/>
                <a:gd name="csX34" fmla="*/ 1794208 w 2883620"/>
                <a:gd name="csY34" fmla="*/ 0 h 172314"/>
                <a:gd name="csX35" fmla="*/ 1762241 w 2883620"/>
                <a:gd name="csY35" fmla="*/ 0 h 172314"/>
                <a:gd name="csX36" fmla="*/ 1730147 w 2883620"/>
                <a:gd name="csY36" fmla="*/ 0 h 172314"/>
                <a:gd name="csX37" fmla="*/ 1698053 w 2883620"/>
                <a:gd name="csY37" fmla="*/ 0 h 172314"/>
                <a:gd name="csX38" fmla="*/ 1666086 w 2883620"/>
                <a:gd name="csY38" fmla="*/ 0 h 172314"/>
                <a:gd name="csX39" fmla="*/ 1633992 w 2883620"/>
                <a:gd name="csY39" fmla="*/ 0 h 172314"/>
                <a:gd name="csX40" fmla="*/ 1602026 w 2883620"/>
                <a:gd name="csY40" fmla="*/ 0 h 172314"/>
                <a:gd name="csX41" fmla="*/ 1569931 w 2883620"/>
                <a:gd name="csY41" fmla="*/ 0 h 172314"/>
                <a:gd name="csX42" fmla="*/ 1537965 w 2883620"/>
                <a:gd name="csY42" fmla="*/ 0 h 172314"/>
                <a:gd name="csX43" fmla="*/ 1505871 w 2883620"/>
                <a:gd name="csY43" fmla="*/ 0 h 172314"/>
                <a:gd name="csX44" fmla="*/ 1473777 w 2883620"/>
                <a:gd name="csY44" fmla="*/ 0 h 172314"/>
                <a:gd name="csX45" fmla="*/ 1441810 w 2883620"/>
                <a:gd name="csY45" fmla="*/ 0 h 172314"/>
                <a:gd name="csX46" fmla="*/ 1409717 w 2883620"/>
                <a:gd name="csY46" fmla="*/ 0 h 172314"/>
                <a:gd name="csX47" fmla="*/ 1377750 w 2883620"/>
                <a:gd name="csY47" fmla="*/ 0 h 172314"/>
                <a:gd name="csX48" fmla="*/ 1345656 w 2883620"/>
                <a:gd name="csY48" fmla="*/ 0 h 172314"/>
                <a:gd name="csX49" fmla="*/ 1313689 w 2883620"/>
                <a:gd name="csY49" fmla="*/ 0 h 172314"/>
                <a:gd name="csX50" fmla="*/ 1281595 w 2883620"/>
                <a:gd name="csY50" fmla="*/ 0 h 172314"/>
                <a:gd name="csX51" fmla="*/ 1249501 w 2883620"/>
                <a:gd name="csY51" fmla="*/ 0 h 172314"/>
                <a:gd name="csX52" fmla="*/ 1217534 w 2883620"/>
                <a:gd name="csY52" fmla="*/ 0 h 172314"/>
                <a:gd name="csX53" fmla="*/ 1185440 w 2883620"/>
                <a:gd name="csY53" fmla="*/ 0 h 172314"/>
                <a:gd name="csX54" fmla="*/ 1153473 w 2883620"/>
                <a:gd name="csY54" fmla="*/ 0 h 172314"/>
                <a:gd name="csX55" fmla="*/ 1121380 w 2883620"/>
                <a:gd name="csY55" fmla="*/ 0 h 172314"/>
                <a:gd name="csX56" fmla="*/ 1089413 w 2883620"/>
                <a:gd name="csY56" fmla="*/ 0 h 172314"/>
                <a:gd name="csX57" fmla="*/ 1057319 w 2883620"/>
                <a:gd name="csY57" fmla="*/ 0 h 172314"/>
                <a:gd name="csX58" fmla="*/ 1025225 w 2883620"/>
                <a:gd name="csY58" fmla="*/ 39608 h 172314"/>
                <a:gd name="csX59" fmla="*/ 993258 w 2883620"/>
                <a:gd name="csY59" fmla="*/ 39608 h 172314"/>
                <a:gd name="csX60" fmla="*/ 961164 w 2883620"/>
                <a:gd name="csY60" fmla="*/ 39608 h 172314"/>
                <a:gd name="csX61" fmla="*/ 929197 w 2883620"/>
                <a:gd name="csY61" fmla="*/ 39608 h 172314"/>
                <a:gd name="csX62" fmla="*/ 897104 w 2883620"/>
                <a:gd name="csY62" fmla="*/ 39608 h 172314"/>
                <a:gd name="csX63" fmla="*/ 865137 w 2883620"/>
                <a:gd name="csY63" fmla="*/ 39608 h 172314"/>
                <a:gd name="csX64" fmla="*/ 833043 w 2883620"/>
                <a:gd name="csY64" fmla="*/ 39608 h 172314"/>
                <a:gd name="csX65" fmla="*/ 800949 w 2883620"/>
                <a:gd name="csY65" fmla="*/ 39608 h 172314"/>
                <a:gd name="csX66" fmla="*/ 768983 w 2883620"/>
                <a:gd name="csY66" fmla="*/ 39608 h 172314"/>
                <a:gd name="csX67" fmla="*/ 736888 w 2883620"/>
                <a:gd name="csY67" fmla="*/ 39608 h 172314"/>
                <a:gd name="csX68" fmla="*/ 704922 w 2883620"/>
                <a:gd name="csY68" fmla="*/ 39608 h 172314"/>
                <a:gd name="csX69" fmla="*/ 672827 w 2883620"/>
                <a:gd name="csY69" fmla="*/ 39608 h 172314"/>
                <a:gd name="csX70" fmla="*/ 640861 w 2883620"/>
                <a:gd name="csY70" fmla="*/ 76032 h 172314"/>
                <a:gd name="csX71" fmla="*/ 608767 w 2883620"/>
                <a:gd name="csY71" fmla="*/ 76032 h 172314"/>
                <a:gd name="csX72" fmla="*/ 576673 w 2883620"/>
                <a:gd name="csY72" fmla="*/ 76032 h 172314"/>
                <a:gd name="csX73" fmla="*/ 544706 w 2883620"/>
                <a:gd name="csY73" fmla="*/ 76032 h 172314"/>
                <a:gd name="csX74" fmla="*/ 512613 w 2883620"/>
                <a:gd name="csY74" fmla="*/ 76032 h 172314"/>
                <a:gd name="csX75" fmla="*/ 480646 w 2883620"/>
                <a:gd name="csY75" fmla="*/ 76032 h 172314"/>
                <a:gd name="csX76" fmla="*/ 448552 w 2883620"/>
                <a:gd name="csY76" fmla="*/ 102395 h 172314"/>
                <a:gd name="csX77" fmla="*/ 416585 w 2883620"/>
                <a:gd name="csY77" fmla="*/ 102395 h 172314"/>
                <a:gd name="csX78" fmla="*/ 384491 w 2883620"/>
                <a:gd name="csY78" fmla="*/ 128503 h 172314"/>
                <a:gd name="csX79" fmla="*/ 352397 w 2883620"/>
                <a:gd name="csY79" fmla="*/ 165182 h 172314"/>
                <a:gd name="csX80" fmla="*/ 320430 w 2883620"/>
                <a:gd name="csY80" fmla="*/ 172314 h 172314"/>
                <a:gd name="csX81" fmla="*/ 288336 w 2883620"/>
                <a:gd name="csY81" fmla="*/ 172314 h 172314"/>
                <a:gd name="csX82" fmla="*/ 256370 w 2883620"/>
                <a:gd name="csY82" fmla="*/ 172314 h 172314"/>
                <a:gd name="csX83" fmla="*/ 224276 w 2883620"/>
                <a:gd name="csY83" fmla="*/ 172314 h 172314"/>
                <a:gd name="csX84" fmla="*/ 192309 w 2883620"/>
                <a:gd name="csY84" fmla="*/ 172314 h 172314"/>
                <a:gd name="csX85" fmla="*/ 160215 w 2883620"/>
                <a:gd name="csY85" fmla="*/ 172314 h 172314"/>
                <a:gd name="csX86" fmla="*/ 128121 w 2883620"/>
                <a:gd name="csY86" fmla="*/ 172314 h 172314"/>
                <a:gd name="csX87" fmla="*/ 96155 w 2883620"/>
                <a:gd name="csY87" fmla="*/ 172314 h 172314"/>
                <a:gd name="csX88" fmla="*/ 64060 w 2883620"/>
                <a:gd name="csY88" fmla="*/ 172314 h 172314"/>
                <a:gd name="csX89" fmla="*/ 32093 w 2883620"/>
                <a:gd name="csY89" fmla="*/ 172314 h 172314"/>
                <a:gd name="csX90" fmla="*/ 0 w 2883620"/>
                <a:gd name="csY90" fmla="*/ 172314 h 172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</a:cxnLst>
              <a:rect l="l" t="t" r="r" b="b"/>
              <a:pathLst>
                <a:path w="2883620" h="172314">
                  <a:moveTo>
                    <a:pt x="2883621" y="0"/>
                  </a:moveTo>
                  <a:lnTo>
                    <a:pt x="2851527" y="0"/>
                  </a:lnTo>
                  <a:lnTo>
                    <a:pt x="2819433" y="0"/>
                  </a:lnTo>
                  <a:lnTo>
                    <a:pt x="2787466" y="0"/>
                  </a:lnTo>
                  <a:lnTo>
                    <a:pt x="2755372" y="0"/>
                  </a:lnTo>
                  <a:lnTo>
                    <a:pt x="2723405" y="0"/>
                  </a:lnTo>
                  <a:lnTo>
                    <a:pt x="2691311" y="0"/>
                  </a:lnTo>
                  <a:lnTo>
                    <a:pt x="2659345" y="0"/>
                  </a:lnTo>
                  <a:lnTo>
                    <a:pt x="2627251" y="0"/>
                  </a:lnTo>
                  <a:lnTo>
                    <a:pt x="2595157" y="0"/>
                  </a:lnTo>
                  <a:lnTo>
                    <a:pt x="2563190" y="0"/>
                  </a:lnTo>
                  <a:lnTo>
                    <a:pt x="2531096" y="0"/>
                  </a:lnTo>
                  <a:lnTo>
                    <a:pt x="2499130" y="0"/>
                  </a:lnTo>
                  <a:lnTo>
                    <a:pt x="2467035" y="0"/>
                  </a:lnTo>
                  <a:lnTo>
                    <a:pt x="2435068" y="0"/>
                  </a:lnTo>
                  <a:lnTo>
                    <a:pt x="2402975" y="0"/>
                  </a:lnTo>
                  <a:lnTo>
                    <a:pt x="2370881" y="0"/>
                  </a:lnTo>
                  <a:lnTo>
                    <a:pt x="2338914" y="0"/>
                  </a:lnTo>
                  <a:lnTo>
                    <a:pt x="2306821" y="0"/>
                  </a:lnTo>
                  <a:lnTo>
                    <a:pt x="2274854" y="0"/>
                  </a:lnTo>
                  <a:lnTo>
                    <a:pt x="2242759" y="0"/>
                  </a:lnTo>
                  <a:lnTo>
                    <a:pt x="2210793" y="0"/>
                  </a:lnTo>
                  <a:lnTo>
                    <a:pt x="2178698" y="0"/>
                  </a:lnTo>
                  <a:lnTo>
                    <a:pt x="2146605" y="0"/>
                  </a:lnTo>
                  <a:lnTo>
                    <a:pt x="2114638" y="0"/>
                  </a:lnTo>
                  <a:lnTo>
                    <a:pt x="2082544" y="0"/>
                  </a:lnTo>
                  <a:lnTo>
                    <a:pt x="2050577" y="0"/>
                  </a:lnTo>
                  <a:lnTo>
                    <a:pt x="2018484" y="0"/>
                  </a:lnTo>
                  <a:lnTo>
                    <a:pt x="1986517" y="0"/>
                  </a:lnTo>
                  <a:lnTo>
                    <a:pt x="1954423" y="0"/>
                  </a:lnTo>
                  <a:lnTo>
                    <a:pt x="1922329" y="0"/>
                  </a:lnTo>
                  <a:lnTo>
                    <a:pt x="1890362" y="0"/>
                  </a:lnTo>
                  <a:lnTo>
                    <a:pt x="1858268" y="0"/>
                  </a:lnTo>
                  <a:lnTo>
                    <a:pt x="1826301" y="0"/>
                  </a:lnTo>
                  <a:lnTo>
                    <a:pt x="1794208" y="0"/>
                  </a:lnTo>
                  <a:lnTo>
                    <a:pt x="1762241" y="0"/>
                  </a:lnTo>
                  <a:lnTo>
                    <a:pt x="1730147" y="0"/>
                  </a:lnTo>
                  <a:lnTo>
                    <a:pt x="1698053" y="0"/>
                  </a:lnTo>
                  <a:lnTo>
                    <a:pt x="1666086" y="0"/>
                  </a:lnTo>
                  <a:lnTo>
                    <a:pt x="1633992" y="0"/>
                  </a:lnTo>
                  <a:lnTo>
                    <a:pt x="1602026" y="0"/>
                  </a:lnTo>
                  <a:lnTo>
                    <a:pt x="1569931" y="0"/>
                  </a:lnTo>
                  <a:lnTo>
                    <a:pt x="1537965" y="0"/>
                  </a:lnTo>
                  <a:lnTo>
                    <a:pt x="1505871" y="0"/>
                  </a:lnTo>
                  <a:lnTo>
                    <a:pt x="1473777" y="0"/>
                  </a:lnTo>
                  <a:lnTo>
                    <a:pt x="1441810" y="0"/>
                  </a:lnTo>
                  <a:lnTo>
                    <a:pt x="1409717" y="0"/>
                  </a:lnTo>
                  <a:lnTo>
                    <a:pt x="1377750" y="0"/>
                  </a:lnTo>
                  <a:lnTo>
                    <a:pt x="1345656" y="0"/>
                  </a:lnTo>
                  <a:lnTo>
                    <a:pt x="1313689" y="0"/>
                  </a:lnTo>
                  <a:lnTo>
                    <a:pt x="1281595" y="0"/>
                  </a:lnTo>
                  <a:lnTo>
                    <a:pt x="1249501" y="0"/>
                  </a:lnTo>
                  <a:lnTo>
                    <a:pt x="1217534" y="0"/>
                  </a:lnTo>
                  <a:lnTo>
                    <a:pt x="1185440" y="0"/>
                  </a:lnTo>
                  <a:lnTo>
                    <a:pt x="1153473" y="0"/>
                  </a:lnTo>
                  <a:lnTo>
                    <a:pt x="1121380" y="0"/>
                  </a:lnTo>
                  <a:lnTo>
                    <a:pt x="1089413" y="0"/>
                  </a:lnTo>
                  <a:lnTo>
                    <a:pt x="1057319" y="0"/>
                  </a:lnTo>
                  <a:lnTo>
                    <a:pt x="1025225" y="39608"/>
                  </a:lnTo>
                  <a:lnTo>
                    <a:pt x="993258" y="39608"/>
                  </a:lnTo>
                  <a:lnTo>
                    <a:pt x="961164" y="39608"/>
                  </a:lnTo>
                  <a:lnTo>
                    <a:pt x="929197" y="39608"/>
                  </a:lnTo>
                  <a:lnTo>
                    <a:pt x="897104" y="39608"/>
                  </a:lnTo>
                  <a:lnTo>
                    <a:pt x="865137" y="39608"/>
                  </a:lnTo>
                  <a:lnTo>
                    <a:pt x="833043" y="39608"/>
                  </a:lnTo>
                  <a:lnTo>
                    <a:pt x="800949" y="39608"/>
                  </a:lnTo>
                  <a:lnTo>
                    <a:pt x="768983" y="39608"/>
                  </a:lnTo>
                  <a:lnTo>
                    <a:pt x="736888" y="39608"/>
                  </a:lnTo>
                  <a:lnTo>
                    <a:pt x="704922" y="39608"/>
                  </a:lnTo>
                  <a:lnTo>
                    <a:pt x="672827" y="39608"/>
                  </a:lnTo>
                  <a:lnTo>
                    <a:pt x="640861" y="76032"/>
                  </a:lnTo>
                  <a:lnTo>
                    <a:pt x="608767" y="76032"/>
                  </a:lnTo>
                  <a:lnTo>
                    <a:pt x="576673" y="76032"/>
                  </a:lnTo>
                  <a:lnTo>
                    <a:pt x="544706" y="76032"/>
                  </a:lnTo>
                  <a:lnTo>
                    <a:pt x="512613" y="76032"/>
                  </a:lnTo>
                  <a:lnTo>
                    <a:pt x="480646" y="76032"/>
                  </a:lnTo>
                  <a:lnTo>
                    <a:pt x="448552" y="102395"/>
                  </a:lnTo>
                  <a:lnTo>
                    <a:pt x="416585" y="102395"/>
                  </a:lnTo>
                  <a:lnTo>
                    <a:pt x="384491" y="128503"/>
                  </a:lnTo>
                  <a:lnTo>
                    <a:pt x="352397" y="165182"/>
                  </a:lnTo>
                  <a:lnTo>
                    <a:pt x="320430" y="172314"/>
                  </a:lnTo>
                  <a:lnTo>
                    <a:pt x="288336" y="172314"/>
                  </a:lnTo>
                  <a:lnTo>
                    <a:pt x="256370" y="172314"/>
                  </a:lnTo>
                  <a:lnTo>
                    <a:pt x="224276" y="172314"/>
                  </a:lnTo>
                  <a:lnTo>
                    <a:pt x="192309" y="172314"/>
                  </a:lnTo>
                  <a:lnTo>
                    <a:pt x="160215" y="172314"/>
                  </a:lnTo>
                  <a:lnTo>
                    <a:pt x="128121" y="172314"/>
                  </a:lnTo>
                  <a:lnTo>
                    <a:pt x="96155" y="172314"/>
                  </a:lnTo>
                  <a:lnTo>
                    <a:pt x="64060" y="172314"/>
                  </a:lnTo>
                  <a:lnTo>
                    <a:pt x="32093" y="172314"/>
                  </a:lnTo>
                  <a:lnTo>
                    <a:pt x="0" y="172314"/>
                  </a:lnTo>
                </a:path>
              </a:pathLst>
            </a:custGeom>
            <a:noFill/>
            <a:ln w="14770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" name="Freeform 237">
              <a:extLst>
                <a:ext uri="{FF2B5EF4-FFF2-40B4-BE49-F238E27FC236}">
                  <a16:creationId xmlns:a16="http://schemas.microsoft.com/office/drawing/2014/main" id="{1A24EB4C-EA47-2742-3231-74A93FE19BDF}"/>
                </a:ext>
              </a:extLst>
            </p:cNvPr>
            <p:cNvSpPr/>
            <p:nvPr/>
          </p:nvSpPr>
          <p:spPr>
            <a:xfrm>
              <a:off x="8507653" y="4770121"/>
              <a:ext cx="2883620" cy="293303"/>
            </a:xfrm>
            <a:custGeom>
              <a:avLst/>
              <a:gdLst>
                <a:gd name="csX0" fmla="*/ 0 w 2883620"/>
                <a:gd name="csY0" fmla="*/ 293303 h 293303"/>
                <a:gd name="csX1" fmla="*/ 32093 w 2883620"/>
                <a:gd name="csY1" fmla="*/ 293303 h 293303"/>
                <a:gd name="csX2" fmla="*/ 32093 w 2883620"/>
                <a:gd name="csY2" fmla="*/ 293303 h 293303"/>
                <a:gd name="csX3" fmla="*/ 64060 w 2883620"/>
                <a:gd name="csY3" fmla="*/ 293303 h 293303"/>
                <a:gd name="csX4" fmla="*/ 64060 w 2883620"/>
                <a:gd name="csY4" fmla="*/ 293303 h 293303"/>
                <a:gd name="csX5" fmla="*/ 96155 w 2883620"/>
                <a:gd name="csY5" fmla="*/ 293303 h 293303"/>
                <a:gd name="csX6" fmla="*/ 96155 w 2883620"/>
                <a:gd name="csY6" fmla="*/ 293303 h 293303"/>
                <a:gd name="csX7" fmla="*/ 128121 w 2883620"/>
                <a:gd name="csY7" fmla="*/ 293303 h 293303"/>
                <a:gd name="csX8" fmla="*/ 128121 w 2883620"/>
                <a:gd name="csY8" fmla="*/ 293303 h 293303"/>
                <a:gd name="csX9" fmla="*/ 160215 w 2883620"/>
                <a:gd name="csY9" fmla="*/ 293303 h 293303"/>
                <a:gd name="csX10" fmla="*/ 160215 w 2883620"/>
                <a:gd name="csY10" fmla="*/ 293303 h 293303"/>
                <a:gd name="csX11" fmla="*/ 192309 w 2883620"/>
                <a:gd name="csY11" fmla="*/ 293303 h 293303"/>
                <a:gd name="csX12" fmla="*/ 192309 w 2883620"/>
                <a:gd name="csY12" fmla="*/ 293303 h 293303"/>
                <a:gd name="csX13" fmla="*/ 224276 w 2883620"/>
                <a:gd name="csY13" fmla="*/ 293303 h 293303"/>
                <a:gd name="csX14" fmla="*/ 224276 w 2883620"/>
                <a:gd name="csY14" fmla="*/ 293303 h 293303"/>
                <a:gd name="csX15" fmla="*/ 256370 w 2883620"/>
                <a:gd name="csY15" fmla="*/ 293303 h 293303"/>
                <a:gd name="csX16" fmla="*/ 256370 w 2883620"/>
                <a:gd name="csY16" fmla="*/ 293303 h 293303"/>
                <a:gd name="csX17" fmla="*/ 288336 w 2883620"/>
                <a:gd name="csY17" fmla="*/ 293303 h 293303"/>
                <a:gd name="csX18" fmla="*/ 288336 w 2883620"/>
                <a:gd name="csY18" fmla="*/ 293303 h 293303"/>
                <a:gd name="csX19" fmla="*/ 320430 w 2883620"/>
                <a:gd name="csY19" fmla="*/ 293303 h 293303"/>
                <a:gd name="csX20" fmla="*/ 320430 w 2883620"/>
                <a:gd name="csY20" fmla="*/ 293303 h 293303"/>
                <a:gd name="csX21" fmla="*/ 352397 w 2883620"/>
                <a:gd name="csY21" fmla="*/ 293303 h 293303"/>
                <a:gd name="csX22" fmla="*/ 352397 w 2883620"/>
                <a:gd name="csY22" fmla="*/ 293303 h 293303"/>
                <a:gd name="csX23" fmla="*/ 384491 w 2883620"/>
                <a:gd name="csY23" fmla="*/ 293303 h 293303"/>
                <a:gd name="csX24" fmla="*/ 384491 w 2883620"/>
                <a:gd name="csY24" fmla="*/ 293303 h 293303"/>
                <a:gd name="csX25" fmla="*/ 416585 w 2883620"/>
                <a:gd name="csY25" fmla="*/ 293303 h 293303"/>
                <a:gd name="csX26" fmla="*/ 416585 w 2883620"/>
                <a:gd name="csY26" fmla="*/ 293303 h 293303"/>
                <a:gd name="csX27" fmla="*/ 448552 w 2883620"/>
                <a:gd name="csY27" fmla="*/ 293303 h 293303"/>
                <a:gd name="csX28" fmla="*/ 448552 w 2883620"/>
                <a:gd name="csY28" fmla="*/ 293303 h 293303"/>
                <a:gd name="csX29" fmla="*/ 480646 w 2883620"/>
                <a:gd name="csY29" fmla="*/ 293303 h 293303"/>
                <a:gd name="csX30" fmla="*/ 480646 w 2883620"/>
                <a:gd name="csY30" fmla="*/ 293303 h 293303"/>
                <a:gd name="csX31" fmla="*/ 512613 w 2883620"/>
                <a:gd name="csY31" fmla="*/ 293303 h 293303"/>
                <a:gd name="csX32" fmla="*/ 512613 w 2883620"/>
                <a:gd name="csY32" fmla="*/ 293303 h 293303"/>
                <a:gd name="csX33" fmla="*/ 544706 w 2883620"/>
                <a:gd name="csY33" fmla="*/ 293303 h 293303"/>
                <a:gd name="csX34" fmla="*/ 544706 w 2883620"/>
                <a:gd name="csY34" fmla="*/ 293303 h 293303"/>
                <a:gd name="csX35" fmla="*/ 576673 w 2883620"/>
                <a:gd name="csY35" fmla="*/ 293303 h 293303"/>
                <a:gd name="csX36" fmla="*/ 576673 w 2883620"/>
                <a:gd name="csY36" fmla="*/ 293303 h 293303"/>
                <a:gd name="csX37" fmla="*/ 608767 w 2883620"/>
                <a:gd name="csY37" fmla="*/ 293303 h 293303"/>
                <a:gd name="csX38" fmla="*/ 608767 w 2883620"/>
                <a:gd name="csY38" fmla="*/ 293303 h 293303"/>
                <a:gd name="csX39" fmla="*/ 640861 w 2883620"/>
                <a:gd name="csY39" fmla="*/ 293303 h 293303"/>
                <a:gd name="csX40" fmla="*/ 640861 w 2883620"/>
                <a:gd name="csY40" fmla="*/ 293303 h 293303"/>
                <a:gd name="csX41" fmla="*/ 672827 w 2883620"/>
                <a:gd name="csY41" fmla="*/ 293303 h 293303"/>
                <a:gd name="csX42" fmla="*/ 672827 w 2883620"/>
                <a:gd name="csY42" fmla="*/ 293303 h 293303"/>
                <a:gd name="csX43" fmla="*/ 704922 w 2883620"/>
                <a:gd name="csY43" fmla="*/ 293303 h 293303"/>
                <a:gd name="csX44" fmla="*/ 704922 w 2883620"/>
                <a:gd name="csY44" fmla="*/ 293303 h 293303"/>
                <a:gd name="csX45" fmla="*/ 736888 w 2883620"/>
                <a:gd name="csY45" fmla="*/ 293303 h 293303"/>
                <a:gd name="csX46" fmla="*/ 736888 w 2883620"/>
                <a:gd name="csY46" fmla="*/ 293303 h 293303"/>
                <a:gd name="csX47" fmla="*/ 768983 w 2883620"/>
                <a:gd name="csY47" fmla="*/ 293303 h 293303"/>
                <a:gd name="csX48" fmla="*/ 768983 w 2883620"/>
                <a:gd name="csY48" fmla="*/ 293303 h 293303"/>
                <a:gd name="csX49" fmla="*/ 800949 w 2883620"/>
                <a:gd name="csY49" fmla="*/ 293303 h 293303"/>
                <a:gd name="csX50" fmla="*/ 800949 w 2883620"/>
                <a:gd name="csY50" fmla="*/ 293303 h 293303"/>
                <a:gd name="csX51" fmla="*/ 833043 w 2883620"/>
                <a:gd name="csY51" fmla="*/ 293303 h 293303"/>
                <a:gd name="csX52" fmla="*/ 833043 w 2883620"/>
                <a:gd name="csY52" fmla="*/ 293303 h 293303"/>
                <a:gd name="csX53" fmla="*/ 865137 w 2883620"/>
                <a:gd name="csY53" fmla="*/ 293303 h 293303"/>
                <a:gd name="csX54" fmla="*/ 865137 w 2883620"/>
                <a:gd name="csY54" fmla="*/ 139583 h 293303"/>
                <a:gd name="csX55" fmla="*/ 897104 w 2883620"/>
                <a:gd name="csY55" fmla="*/ 139583 h 293303"/>
                <a:gd name="csX56" fmla="*/ 897104 w 2883620"/>
                <a:gd name="csY56" fmla="*/ 139583 h 293303"/>
                <a:gd name="csX57" fmla="*/ 929197 w 2883620"/>
                <a:gd name="csY57" fmla="*/ 139583 h 293303"/>
                <a:gd name="csX58" fmla="*/ 929197 w 2883620"/>
                <a:gd name="csY58" fmla="*/ 0 h 293303"/>
                <a:gd name="csX59" fmla="*/ 961164 w 2883620"/>
                <a:gd name="csY59" fmla="*/ 0 h 293303"/>
                <a:gd name="csX60" fmla="*/ 961164 w 2883620"/>
                <a:gd name="csY60" fmla="*/ 0 h 293303"/>
                <a:gd name="csX61" fmla="*/ 993258 w 2883620"/>
                <a:gd name="csY61" fmla="*/ 0 h 293303"/>
                <a:gd name="csX62" fmla="*/ 993258 w 2883620"/>
                <a:gd name="csY62" fmla="*/ 0 h 293303"/>
                <a:gd name="csX63" fmla="*/ 1025225 w 2883620"/>
                <a:gd name="csY63" fmla="*/ 0 h 293303"/>
                <a:gd name="csX64" fmla="*/ 1025225 w 2883620"/>
                <a:gd name="csY64" fmla="*/ 0 h 293303"/>
                <a:gd name="csX65" fmla="*/ 1057319 w 2883620"/>
                <a:gd name="csY65" fmla="*/ 0 h 293303"/>
                <a:gd name="csX66" fmla="*/ 1057319 w 2883620"/>
                <a:gd name="csY66" fmla="*/ 0 h 293303"/>
                <a:gd name="csX67" fmla="*/ 1089413 w 2883620"/>
                <a:gd name="csY67" fmla="*/ 0 h 293303"/>
                <a:gd name="csX68" fmla="*/ 1089413 w 2883620"/>
                <a:gd name="csY68" fmla="*/ 0 h 293303"/>
                <a:gd name="csX69" fmla="*/ 1121380 w 2883620"/>
                <a:gd name="csY69" fmla="*/ 0 h 293303"/>
                <a:gd name="csX70" fmla="*/ 1121380 w 2883620"/>
                <a:gd name="csY70" fmla="*/ 0 h 293303"/>
                <a:gd name="csX71" fmla="*/ 1153473 w 2883620"/>
                <a:gd name="csY71" fmla="*/ 0 h 293303"/>
                <a:gd name="csX72" fmla="*/ 1153473 w 2883620"/>
                <a:gd name="csY72" fmla="*/ 0 h 293303"/>
                <a:gd name="csX73" fmla="*/ 1185440 w 2883620"/>
                <a:gd name="csY73" fmla="*/ 0 h 293303"/>
                <a:gd name="csX74" fmla="*/ 1185440 w 2883620"/>
                <a:gd name="csY74" fmla="*/ 0 h 293303"/>
                <a:gd name="csX75" fmla="*/ 1217534 w 2883620"/>
                <a:gd name="csY75" fmla="*/ 0 h 293303"/>
                <a:gd name="csX76" fmla="*/ 1217534 w 2883620"/>
                <a:gd name="csY76" fmla="*/ 0 h 293303"/>
                <a:gd name="csX77" fmla="*/ 1249501 w 2883620"/>
                <a:gd name="csY77" fmla="*/ 0 h 293303"/>
                <a:gd name="csX78" fmla="*/ 1249501 w 2883620"/>
                <a:gd name="csY78" fmla="*/ 0 h 293303"/>
                <a:gd name="csX79" fmla="*/ 1281595 w 2883620"/>
                <a:gd name="csY79" fmla="*/ 0 h 293303"/>
                <a:gd name="csX80" fmla="*/ 1281595 w 2883620"/>
                <a:gd name="csY80" fmla="*/ 0 h 293303"/>
                <a:gd name="csX81" fmla="*/ 1313689 w 2883620"/>
                <a:gd name="csY81" fmla="*/ 0 h 293303"/>
                <a:gd name="csX82" fmla="*/ 1313689 w 2883620"/>
                <a:gd name="csY82" fmla="*/ 0 h 293303"/>
                <a:gd name="csX83" fmla="*/ 1345656 w 2883620"/>
                <a:gd name="csY83" fmla="*/ 0 h 293303"/>
                <a:gd name="csX84" fmla="*/ 1345656 w 2883620"/>
                <a:gd name="csY84" fmla="*/ 0 h 293303"/>
                <a:gd name="csX85" fmla="*/ 1377750 w 2883620"/>
                <a:gd name="csY85" fmla="*/ 0 h 293303"/>
                <a:gd name="csX86" fmla="*/ 1377750 w 2883620"/>
                <a:gd name="csY86" fmla="*/ 0 h 293303"/>
                <a:gd name="csX87" fmla="*/ 1409717 w 2883620"/>
                <a:gd name="csY87" fmla="*/ 0 h 293303"/>
                <a:gd name="csX88" fmla="*/ 1409717 w 2883620"/>
                <a:gd name="csY88" fmla="*/ 0 h 293303"/>
                <a:gd name="csX89" fmla="*/ 1441810 w 2883620"/>
                <a:gd name="csY89" fmla="*/ 0 h 293303"/>
                <a:gd name="csX90" fmla="*/ 1441810 w 2883620"/>
                <a:gd name="csY90" fmla="*/ 0 h 293303"/>
                <a:gd name="csX91" fmla="*/ 1473777 w 2883620"/>
                <a:gd name="csY91" fmla="*/ 0 h 293303"/>
                <a:gd name="csX92" fmla="*/ 1473777 w 2883620"/>
                <a:gd name="csY92" fmla="*/ 0 h 293303"/>
                <a:gd name="csX93" fmla="*/ 1505871 w 2883620"/>
                <a:gd name="csY93" fmla="*/ 0 h 293303"/>
                <a:gd name="csX94" fmla="*/ 1505871 w 2883620"/>
                <a:gd name="csY94" fmla="*/ 0 h 293303"/>
                <a:gd name="csX95" fmla="*/ 1537965 w 2883620"/>
                <a:gd name="csY95" fmla="*/ 0 h 293303"/>
                <a:gd name="csX96" fmla="*/ 1537965 w 2883620"/>
                <a:gd name="csY96" fmla="*/ 0 h 293303"/>
                <a:gd name="csX97" fmla="*/ 1569931 w 2883620"/>
                <a:gd name="csY97" fmla="*/ 0 h 293303"/>
                <a:gd name="csX98" fmla="*/ 1569931 w 2883620"/>
                <a:gd name="csY98" fmla="*/ 0 h 293303"/>
                <a:gd name="csX99" fmla="*/ 1602026 w 2883620"/>
                <a:gd name="csY99" fmla="*/ 0 h 293303"/>
                <a:gd name="csX100" fmla="*/ 1602026 w 2883620"/>
                <a:gd name="csY100" fmla="*/ 0 h 293303"/>
                <a:gd name="csX101" fmla="*/ 1633992 w 2883620"/>
                <a:gd name="csY101" fmla="*/ 0 h 293303"/>
                <a:gd name="csX102" fmla="*/ 1633992 w 2883620"/>
                <a:gd name="csY102" fmla="*/ 0 h 293303"/>
                <a:gd name="csX103" fmla="*/ 1666086 w 2883620"/>
                <a:gd name="csY103" fmla="*/ 0 h 293303"/>
                <a:gd name="csX104" fmla="*/ 1666086 w 2883620"/>
                <a:gd name="csY104" fmla="*/ 0 h 293303"/>
                <a:gd name="csX105" fmla="*/ 1698053 w 2883620"/>
                <a:gd name="csY105" fmla="*/ 0 h 293303"/>
                <a:gd name="csX106" fmla="*/ 1698053 w 2883620"/>
                <a:gd name="csY106" fmla="*/ 0 h 293303"/>
                <a:gd name="csX107" fmla="*/ 1730147 w 2883620"/>
                <a:gd name="csY107" fmla="*/ 0 h 293303"/>
                <a:gd name="csX108" fmla="*/ 1730147 w 2883620"/>
                <a:gd name="csY108" fmla="*/ 0 h 293303"/>
                <a:gd name="csX109" fmla="*/ 1762241 w 2883620"/>
                <a:gd name="csY109" fmla="*/ 0 h 293303"/>
                <a:gd name="csX110" fmla="*/ 1762241 w 2883620"/>
                <a:gd name="csY110" fmla="*/ 0 h 293303"/>
                <a:gd name="csX111" fmla="*/ 1794208 w 2883620"/>
                <a:gd name="csY111" fmla="*/ 0 h 293303"/>
                <a:gd name="csX112" fmla="*/ 1794208 w 2883620"/>
                <a:gd name="csY112" fmla="*/ 0 h 293303"/>
                <a:gd name="csX113" fmla="*/ 1826301 w 2883620"/>
                <a:gd name="csY113" fmla="*/ 0 h 293303"/>
                <a:gd name="csX114" fmla="*/ 1826301 w 2883620"/>
                <a:gd name="csY114" fmla="*/ 0 h 293303"/>
                <a:gd name="csX115" fmla="*/ 1858268 w 2883620"/>
                <a:gd name="csY115" fmla="*/ 0 h 293303"/>
                <a:gd name="csX116" fmla="*/ 1858268 w 2883620"/>
                <a:gd name="csY116" fmla="*/ 0 h 293303"/>
                <a:gd name="csX117" fmla="*/ 1890362 w 2883620"/>
                <a:gd name="csY117" fmla="*/ 0 h 293303"/>
                <a:gd name="csX118" fmla="*/ 1890362 w 2883620"/>
                <a:gd name="csY118" fmla="*/ 0 h 293303"/>
                <a:gd name="csX119" fmla="*/ 1922329 w 2883620"/>
                <a:gd name="csY119" fmla="*/ 0 h 293303"/>
                <a:gd name="csX120" fmla="*/ 1922329 w 2883620"/>
                <a:gd name="csY120" fmla="*/ 0 h 293303"/>
                <a:gd name="csX121" fmla="*/ 1954423 w 2883620"/>
                <a:gd name="csY121" fmla="*/ 0 h 293303"/>
                <a:gd name="csX122" fmla="*/ 1954423 w 2883620"/>
                <a:gd name="csY122" fmla="*/ 0 h 293303"/>
                <a:gd name="csX123" fmla="*/ 1986517 w 2883620"/>
                <a:gd name="csY123" fmla="*/ 0 h 293303"/>
                <a:gd name="csX124" fmla="*/ 1986517 w 2883620"/>
                <a:gd name="csY124" fmla="*/ 0 h 293303"/>
                <a:gd name="csX125" fmla="*/ 2018484 w 2883620"/>
                <a:gd name="csY125" fmla="*/ 0 h 293303"/>
                <a:gd name="csX126" fmla="*/ 2018484 w 2883620"/>
                <a:gd name="csY126" fmla="*/ 0 h 293303"/>
                <a:gd name="csX127" fmla="*/ 2050577 w 2883620"/>
                <a:gd name="csY127" fmla="*/ 0 h 293303"/>
                <a:gd name="csX128" fmla="*/ 2050577 w 2883620"/>
                <a:gd name="csY128" fmla="*/ 0 h 293303"/>
                <a:gd name="csX129" fmla="*/ 2082544 w 2883620"/>
                <a:gd name="csY129" fmla="*/ 0 h 293303"/>
                <a:gd name="csX130" fmla="*/ 2082544 w 2883620"/>
                <a:gd name="csY130" fmla="*/ 0 h 293303"/>
                <a:gd name="csX131" fmla="*/ 2114638 w 2883620"/>
                <a:gd name="csY131" fmla="*/ 0 h 293303"/>
                <a:gd name="csX132" fmla="*/ 2114638 w 2883620"/>
                <a:gd name="csY132" fmla="*/ 0 h 293303"/>
                <a:gd name="csX133" fmla="*/ 2146605 w 2883620"/>
                <a:gd name="csY133" fmla="*/ 0 h 293303"/>
                <a:gd name="csX134" fmla="*/ 2146605 w 2883620"/>
                <a:gd name="csY134" fmla="*/ 0 h 293303"/>
                <a:gd name="csX135" fmla="*/ 2178698 w 2883620"/>
                <a:gd name="csY135" fmla="*/ 0 h 293303"/>
                <a:gd name="csX136" fmla="*/ 2178698 w 2883620"/>
                <a:gd name="csY136" fmla="*/ 0 h 293303"/>
                <a:gd name="csX137" fmla="*/ 2210793 w 2883620"/>
                <a:gd name="csY137" fmla="*/ 0 h 293303"/>
                <a:gd name="csX138" fmla="*/ 2210793 w 2883620"/>
                <a:gd name="csY138" fmla="*/ 0 h 293303"/>
                <a:gd name="csX139" fmla="*/ 2242759 w 2883620"/>
                <a:gd name="csY139" fmla="*/ 0 h 293303"/>
                <a:gd name="csX140" fmla="*/ 2242759 w 2883620"/>
                <a:gd name="csY140" fmla="*/ 0 h 293303"/>
                <a:gd name="csX141" fmla="*/ 2274854 w 2883620"/>
                <a:gd name="csY141" fmla="*/ 0 h 293303"/>
                <a:gd name="csX142" fmla="*/ 2274854 w 2883620"/>
                <a:gd name="csY142" fmla="*/ 0 h 293303"/>
                <a:gd name="csX143" fmla="*/ 2306821 w 2883620"/>
                <a:gd name="csY143" fmla="*/ 0 h 293303"/>
                <a:gd name="csX144" fmla="*/ 2306821 w 2883620"/>
                <a:gd name="csY144" fmla="*/ 0 h 293303"/>
                <a:gd name="csX145" fmla="*/ 2338914 w 2883620"/>
                <a:gd name="csY145" fmla="*/ 0 h 293303"/>
                <a:gd name="csX146" fmla="*/ 2338914 w 2883620"/>
                <a:gd name="csY146" fmla="*/ 0 h 293303"/>
                <a:gd name="csX147" fmla="*/ 2370881 w 2883620"/>
                <a:gd name="csY147" fmla="*/ 0 h 293303"/>
                <a:gd name="csX148" fmla="*/ 2370881 w 2883620"/>
                <a:gd name="csY148" fmla="*/ 0 h 293303"/>
                <a:gd name="csX149" fmla="*/ 2402975 w 2883620"/>
                <a:gd name="csY149" fmla="*/ 0 h 293303"/>
                <a:gd name="csX150" fmla="*/ 2402975 w 2883620"/>
                <a:gd name="csY150" fmla="*/ 0 h 293303"/>
                <a:gd name="csX151" fmla="*/ 2435068 w 2883620"/>
                <a:gd name="csY151" fmla="*/ 0 h 293303"/>
                <a:gd name="csX152" fmla="*/ 2435068 w 2883620"/>
                <a:gd name="csY152" fmla="*/ 0 h 293303"/>
                <a:gd name="csX153" fmla="*/ 2467035 w 2883620"/>
                <a:gd name="csY153" fmla="*/ 0 h 293303"/>
                <a:gd name="csX154" fmla="*/ 2467035 w 2883620"/>
                <a:gd name="csY154" fmla="*/ 0 h 293303"/>
                <a:gd name="csX155" fmla="*/ 2499130 w 2883620"/>
                <a:gd name="csY155" fmla="*/ 0 h 293303"/>
                <a:gd name="csX156" fmla="*/ 2499130 w 2883620"/>
                <a:gd name="csY156" fmla="*/ 0 h 293303"/>
                <a:gd name="csX157" fmla="*/ 2531096 w 2883620"/>
                <a:gd name="csY157" fmla="*/ 0 h 293303"/>
                <a:gd name="csX158" fmla="*/ 2531096 w 2883620"/>
                <a:gd name="csY158" fmla="*/ 0 h 293303"/>
                <a:gd name="csX159" fmla="*/ 2563190 w 2883620"/>
                <a:gd name="csY159" fmla="*/ 0 h 293303"/>
                <a:gd name="csX160" fmla="*/ 2563190 w 2883620"/>
                <a:gd name="csY160" fmla="*/ 0 h 293303"/>
                <a:gd name="csX161" fmla="*/ 2595157 w 2883620"/>
                <a:gd name="csY161" fmla="*/ 0 h 293303"/>
                <a:gd name="csX162" fmla="*/ 2595157 w 2883620"/>
                <a:gd name="csY162" fmla="*/ 0 h 293303"/>
                <a:gd name="csX163" fmla="*/ 2627251 w 2883620"/>
                <a:gd name="csY163" fmla="*/ 0 h 293303"/>
                <a:gd name="csX164" fmla="*/ 2627251 w 2883620"/>
                <a:gd name="csY164" fmla="*/ 0 h 293303"/>
                <a:gd name="csX165" fmla="*/ 2659345 w 2883620"/>
                <a:gd name="csY165" fmla="*/ 0 h 293303"/>
                <a:gd name="csX166" fmla="*/ 2659345 w 2883620"/>
                <a:gd name="csY166" fmla="*/ 0 h 293303"/>
                <a:gd name="csX167" fmla="*/ 2691311 w 2883620"/>
                <a:gd name="csY167" fmla="*/ 0 h 293303"/>
                <a:gd name="csX168" fmla="*/ 2691311 w 2883620"/>
                <a:gd name="csY168" fmla="*/ 0 h 293303"/>
                <a:gd name="csX169" fmla="*/ 2723405 w 2883620"/>
                <a:gd name="csY169" fmla="*/ 0 h 293303"/>
                <a:gd name="csX170" fmla="*/ 2723405 w 2883620"/>
                <a:gd name="csY170" fmla="*/ 0 h 293303"/>
                <a:gd name="csX171" fmla="*/ 2755372 w 2883620"/>
                <a:gd name="csY171" fmla="*/ 0 h 293303"/>
                <a:gd name="csX172" fmla="*/ 2755372 w 2883620"/>
                <a:gd name="csY172" fmla="*/ 0 h 293303"/>
                <a:gd name="csX173" fmla="*/ 2787466 w 2883620"/>
                <a:gd name="csY173" fmla="*/ 0 h 293303"/>
                <a:gd name="csX174" fmla="*/ 2787466 w 2883620"/>
                <a:gd name="csY174" fmla="*/ 0 h 293303"/>
                <a:gd name="csX175" fmla="*/ 2819433 w 2883620"/>
                <a:gd name="csY175" fmla="*/ 0 h 293303"/>
                <a:gd name="csX176" fmla="*/ 2819433 w 2883620"/>
                <a:gd name="csY176" fmla="*/ 0 h 293303"/>
                <a:gd name="csX177" fmla="*/ 2851527 w 2883620"/>
                <a:gd name="csY177" fmla="*/ 0 h 293303"/>
                <a:gd name="csX178" fmla="*/ 2851527 w 2883620"/>
                <a:gd name="csY178" fmla="*/ 0 h 293303"/>
                <a:gd name="csX179" fmla="*/ 2883621 w 2883620"/>
                <a:gd name="csY179" fmla="*/ 0 h 293303"/>
                <a:gd name="csX180" fmla="*/ 2883621 w 2883620"/>
                <a:gd name="csY180" fmla="*/ 0 h 2933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</a:cxnLst>
              <a:rect l="l" t="t" r="r" b="b"/>
              <a:pathLst>
                <a:path w="2883620" h="293303">
                  <a:moveTo>
                    <a:pt x="0" y="293303"/>
                  </a:moveTo>
                  <a:lnTo>
                    <a:pt x="32093" y="293303"/>
                  </a:lnTo>
                  <a:lnTo>
                    <a:pt x="32093" y="293303"/>
                  </a:lnTo>
                  <a:lnTo>
                    <a:pt x="64060" y="293303"/>
                  </a:lnTo>
                  <a:lnTo>
                    <a:pt x="64060" y="293303"/>
                  </a:lnTo>
                  <a:lnTo>
                    <a:pt x="96155" y="293303"/>
                  </a:lnTo>
                  <a:lnTo>
                    <a:pt x="96155" y="293303"/>
                  </a:lnTo>
                  <a:lnTo>
                    <a:pt x="128121" y="293303"/>
                  </a:lnTo>
                  <a:lnTo>
                    <a:pt x="128121" y="293303"/>
                  </a:lnTo>
                  <a:lnTo>
                    <a:pt x="160215" y="293303"/>
                  </a:lnTo>
                  <a:lnTo>
                    <a:pt x="160215" y="293303"/>
                  </a:lnTo>
                  <a:lnTo>
                    <a:pt x="192309" y="293303"/>
                  </a:lnTo>
                  <a:lnTo>
                    <a:pt x="192309" y="293303"/>
                  </a:lnTo>
                  <a:lnTo>
                    <a:pt x="224276" y="293303"/>
                  </a:lnTo>
                  <a:lnTo>
                    <a:pt x="224276" y="293303"/>
                  </a:lnTo>
                  <a:lnTo>
                    <a:pt x="256370" y="293303"/>
                  </a:lnTo>
                  <a:lnTo>
                    <a:pt x="256370" y="293303"/>
                  </a:lnTo>
                  <a:lnTo>
                    <a:pt x="288336" y="293303"/>
                  </a:lnTo>
                  <a:lnTo>
                    <a:pt x="288336" y="293303"/>
                  </a:lnTo>
                  <a:lnTo>
                    <a:pt x="320430" y="293303"/>
                  </a:lnTo>
                  <a:lnTo>
                    <a:pt x="320430" y="293303"/>
                  </a:lnTo>
                  <a:lnTo>
                    <a:pt x="352397" y="293303"/>
                  </a:lnTo>
                  <a:lnTo>
                    <a:pt x="352397" y="293303"/>
                  </a:lnTo>
                  <a:lnTo>
                    <a:pt x="384491" y="293303"/>
                  </a:lnTo>
                  <a:lnTo>
                    <a:pt x="384491" y="293303"/>
                  </a:lnTo>
                  <a:lnTo>
                    <a:pt x="416585" y="293303"/>
                  </a:lnTo>
                  <a:lnTo>
                    <a:pt x="416585" y="293303"/>
                  </a:lnTo>
                  <a:lnTo>
                    <a:pt x="448552" y="293303"/>
                  </a:lnTo>
                  <a:lnTo>
                    <a:pt x="448552" y="293303"/>
                  </a:lnTo>
                  <a:lnTo>
                    <a:pt x="480646" y="293303"/>
                  </a:lnTo>
                  <a:lnTo>
                    <a:pt x="480646" y="293303"/>
                  </a:lnTo>
                  <a:lnTo>
                    <a:pt x="512613" y="293303"/>
                  </a:lnTo>
                  <a:lnTo>
                    <a:pt x="512613" y="293303"/>
                  </a:lnTo>
                  <a:lnTo>
                    <a:pt x="544706" y="293303"/>
                  </a:lnTo>
                  <a:lnTo>
                    <a:pt x="544706" y="293303"/>
                  </a:lnTo>
                  <a:lnTo>
                    <a:pt x="576673" y="293303"/>
                  </a:lnTo>
                  <a:lnTo>
                    <a:pt x="576673" y="293303"/>
                  </a:lnTo>
                  <a:lnTo>
                    <a:pt x="608767" y="293303"/>
                  </a:lnTo>
                  <a:lnTo>
                    <a:pt x="608767" y="293303"/>
                  </a:lnTo>
                  <a:lnTo>
                    <a:pt x="640861" y="293303"/>
                  </a:lnTo>
                  <a:lnTo>
                    <a:pt x="640861" y="293303"/>
                  </a:lnTo>
                  <a:lnTo>
                    <a:pt x="672827" y="293303"/>
                  </a:lnTo>
                  <a:lnTo>
                    <a:pt x="672827" y="293303"/>
                  </a:lnTo>
                  <a:lnTo>
                    <a:pt x="704922" y="293303"/>
                  </a:lnTo>
                  <a:lnTo>
                    <a:pt x="704922" y="293303"/>
                  </a:lnTo>
                  <a:lnTo>
                    <a:pt x="736888" y="293303"/>
                  </a:lnTo>
                  <a:lnTo>
                    <a:pt x="736888" y="293303"/>
                  </a:lnTo>
                  <a:lnTo>
                    <a:pt x="768983" y="293303"/>
                  </a:lnTo>
                  <a:lnTo>
                    <a:pt x="768983" y="293303"/>
                  </a:lnTo>
                  <a:lnTo>
                    <a:pt x="800949" y="293303"/>
                  </a:lnTo>
                  <a:lnTo>
                    <a:pt x="800949" y="293303"/>
                  </a:lnTo>
                  <a:lnTo>
                    <a:pt x="833043" y="293303"/>
                  </a:lnTo>
                  <a:lnTo>
                    <a:pt x="833043" y="293303"/>
                  </a:lnTo>
                  <a:lnTo>
                    <a:pt x="865137" y="293303"/>
                  </a:lnTo>
                  <a:lnTo>
                    <a:pt x="865137" y="139583"/>
                  </a:lnTo>
                  <a:lnTo>
                    <a:pt x="897104" y="139583"/>
                  </a:lnTo>
                  <a:lnTo>
                    <a:pt x="897104" y="139583"/>
                  </a:lnTo>
                  <a:lnTo>
                    <a:pt x="929197" y="139583"/>
                  </a:lnTo>
                  <a:lnTo>
                    <a:pt x="929197" y="0"/>
                  </a:lnTo>
                  <a:lnTo>
                    <a:pt x="961164" y="0"/>
                  </a:lnTo>
                  <a:lnTo>
                    <a:pt x="961164" y="0"/>
                  </a:lnTo>
                  <a:lnTo>
                    <a:pt x="993258" y="0"/>
                  </a:lnTo>
                  <a:lnTo>
                    <a:pt x="993258" y="0"/>
                  </a:lnTo>
                  <a:lnTo>
                    <a:pt x="1025225" y="0"/>
                  </a:lnTo>
                  <a:lnTo>
                    <a:pt x="1025225" y="0"/>
                  </a:lnTo>
                  <a:lnTo>
                    <a:pt x="1057319" y="0"/>
                  </a:lnTo>
                  <a:lnTo>
                    <a:pt x="1057319" y="0"/>
                  </a:lnTo>
                  <a:lnTo>
                    <a:pt x="1089413" y="0"/>
                  </a:lnTo>
                  <a:lnTo>
                    <a:pt x="1089413" y="0"/>
                  </a:lnTo>
                  <a:lnTo>
                    <a:pt x="1121380" y="0"/>
                  </a:lnTo>
                  <a:lnTo>
                    <a:pt x="1121380" y="0"/>
                  </a:lnTo>
                  <a:lnTo>
                    <a:pt x="1153473" y="0"/>
                  </a:lnTo>
                  <a:lnTo>
                    <a:pt x="1153473" y="0"/>
                  </a:lnTo>
                  <a:lnTo>
                    <a:pt x="1185440" y="0"/>
                  </a:lnTo>
                  <a:lnTo>
                    <a:pt x="1185440" y="0"/>
                  </a:lnTo>
                  <a:lnTo>
                    <a:pt x="1217534" y="0"/>
                  </a:lnTo>
                  <a:lnTo>
                    <a:pt x="1217534" y="0"/>
                  </a:lnTo>
                  <a:lnTo>
                    <a:pt x="1249501" y="0"/>
                  </a:lnTo>
                  <a:lnTo>
                    <a:pt x="1249501" y="0"/>
                  </a:lnTo>
                  <a:lnTo>
                    <a:pt x="1281595" y="0"/>
                  </a:lnTo>
                  <a:lnTo>
                    <a:pt x="1281595" y="0"/>
                  </a:lnTo>
                  <a:lnTo>
                    <a:pt x="1313689" y="0"/>
                  </a:lnTo>
                  <a:lnTo>
                    <a:pt x="1313689" y="0"/>
                  </a:lnTo>
                  <a:lnTo>
                    <a:pt x="1345656" y="0"/>
                  </a:lnTo>
                  <a:lnTo>
                    <a:pt x="1345656" y="0"/>
                  </a:lnTo>
                  <a:lnTo>
                    <a:pt x="1377750" y="0"/>
                  </a:lnTo>
                  <a:lnTo>
                    <a:pt x="1377750" y="0"/>
                  </a:lnTo>
                  <a:lnTo>
                    <a:pt x="1409717" y="0"/>
                  </a:lnTo>
                  <a:lnTo>
                    <a:pt x="1409717" y="0"/>
                  </a:lnTo>
                  <a:lnTo>
                    <a:pt x="1441810" y="0"/>
                  </a:lnTo>
                  <a:lnTo>
                    <a:pt x="1441810" y="0"/>
                  </a:lnTo>
                  <a:lnTo>
                    <a:pt x="1473777" y="0"/>
                  </a:lnTo>
                  <a:lnTo>
                    <a:pt x="1473777" y="0"/>
                  </a:lnTo>
                  <a:lnTo>
                    <a:pt x="1505871" y="0"/>
                  </a:lnTo>
                  <a:lnTo>
                    <a:pt x="1505871" y="0"/>
                  </a:lnTo>
                  <a:lnTo>
                    <a:pt x="1537965" y="0"/>
                  </a:lnTo>
                  <a:lnTo>
                    <a:pt x="1537965" y="0"/>
                  </a:lnTo>
                  <a:lnTo>
                    <a:pt x="1569931" y="0"/>
                  </a:lnTo>
                  <a:lnTo>
                    <a:pt x="1569931" y="0"/>
                  </a:lnTo>
                  <a:lnTo>
                    <a:pt x="1602026" y="0"/>
                  </a:lnTo>
                  <a:lnTo>
                    <a:pt x="1602026" y="0"/>
                  </a:lnTo>
                  <a:lnTo>
                    <a:pt x="1633992" y="0"/>
                  </a:lnTo>
                  <a:lnTo>
                    <a:pt x="1633992" y="0"/>
                  </a:lnTo>
                  <a:lnTo>
                    <a:pt x="1666086" y="0"/>
                  </a:lnTo>
                  <a:lnTo>
                    <a:pt x="1666086" y="0"/>
                  </a:lnTo>
                  <a:lnTo>
                    <a:pt x="1698053" y="0"/>
                  </a:lnTo>
                  <a:lnTo>
                    <a:pt x="1698053" y="0"/>
                  </a:lnTo>
                  <a:lnTo>
                    <a:pt x="1730147" y="0"/>
                  </a:lnTo>
                  <a:lnTo>
                    <a:pt x="1730147" y="0"/>
                  </a:lnTo>
                  <a:lnTo>
                    <a:pt x="1762241" y="0"/>
                  </a:lnTo>
                  <a:lnTo>
                    <a:pt x="1762241" y="0"/>
                  </a:lnTo>
                  <a:lnTo>
                    <a:pt x="1794208" y="0"/>
                  </a:lnTo>
                  <a:lnTo>
                    <a:pt x="1794208" y="0"/>
                  </a:lnTo>
                  <a:lnTo>
                    <a:pt x="1826301" y="0"/>
                  </a:lnTo>
                  <a:lnTo>
                    <a:pt x="1826301" y="0"/>
                  </a:lnTo>
                  <a:lnTo>
                    <a:pt x="1858268" y="0"/>
                  </a:lnTo>
                  <a:lnTo>
                    <a:pt x="1858268" y="0"/>
                  </a:lnTo>
                  <a:lnTo>
                    <a:pt x="1890362" y="0"/>
                  </a:lnTo>
                  <a:lnTo>
                    <a:pt x="1890362" y="0"/>
                  </a:lnTo>
                  <a:lnTo>
                    <a:pt x="1922329" y="0"/>
                  </a:lnTo>
                  <a:lnTo>
                    <a:pt x="1922329" y="0"/>
                  </a:lnTo>
                  <a:lnTo>
                    <a:pt x="1954423" y="0"/>
                  </a:lnTo>
                  <a:lnTo>
                    <a:pt x="1954423" y="0"/>
                  </a:lnTo>
                  <a:lnTo>
                    <a:pt x="1986517" y="0"/>
                  </a:lnTo>
                  <a:lnTo>
                    <a:pt x="1986517" y="0"/>
                  </a:lnTo>
                  <a:lnTo>
                    <a:pt x="2018484" y="0"/>
                  </a:lnTo>
                  <a:lnTo>
                    <a:pt x="2018484" y="0"/>
                  </a:lnTo>
                  <a:lnTo>
                    <a:pt x="2050577" y="0"/>
                  </a:lnTo>
                  <a:lnTo>
                    <a:pt x="2050577" y="0"/>
                  </a:lnTo>
                  <a:lnTo>
                    <a:pt x="2082544" y="0"/>
                  </a:lnTo>
                  <a:lnTo>
                    <a:pt x="2082544" y="0"/>
                  </a:lnTo>
                  <a:lnTo>
                    <a:pt x="2114638" y="0"/>
                  </a:lnTo>
                  <a:lnTo>
                    <a:pt x="2114638" y="0"/>
                  </a:lnTo>
                  <a:lnTo>
                    <a:pt x="2146605" y="0"/>
                  </a:lnTo>
                  <a:lnTo>
                    <a:pt x="2146605" y="0"/>
                  </a:lnTo>
                  <a:lnTo>
                    <a:pt x="2178698" y="0"/>
                  </a:lnTo>
                  <a:lnTo>
                    <a:pt x="2178698" y="0"/>
                  </a:lnTo>
                  <a:lnTo>
                    <a:pt x="2210793" y="0"/>
                  </a:lnTo>
                  <a:lnTo>
                    <a:pt x="2210793" y="0"/>
                  </a:lnTo>
                  <a:lnTo>
                    <a:pt x="2242759" y="0"/>
                  </a:lnTo>
                  <a:lnTo>
                    <a:pt x="2242759" y="0"/>
                  </a:lnTo>
                  <a:lnTo>
                    <a:pt x="2274854" y="0"/>
                  </a:lnTo>
                  <a:lnTo>
                    <a:pt x="2274854" y="0"/>
                  </a:lnTo>
                  <a:lnTo>
                    <a:pt x="2306821" y="0"/>
                  </a:lnTo>
                  <a:lnTo>
                    <a:pt x="2306821" y="0"/>
                  </a:lnTo>
                  <a:lnTo>
                    <a:pt x="2338914" y="0"/>
                  </a:lnTo>
                  <a:lnTo>
                    <a:pt x="2338914" y="0"/>
                  </a:lnTo>
                  <a:lnTo>
                    <a:pt x="2370881" y="0"/>
                  </a:lnTo>
                  <a:lnTo>
                    <a:pt x="2370881" y="0"/>
                  </a:lnTo>
                  <a:lnTo>
                    <a:pt x="2402975" y="0"/>
                  </a:lnTo>
                  <a:lnTo>
                    <a:pt x="2402975" y="0"/>
                  </a:lnTo>
                  <a:lnTo>
                    <a:pt x="2435068" y="0"/>
                  </a:lnTo>
                  <a:lnTo>
                    <a:pt x="2435068" y="0"/>
                  </a:lnTo>
                  <a:lnTo>
                    <a:pt x="2467035" y="0"/>
                  </a:lnTo>
                  <a:lnTo>
                    <a:pt x="2467035" y="0"/>
                  </a:lnTo>
                  <a:lnTo>
                    <a:pt x="2499130" y="0"/>
                  </a:lnTo>
                  <a:lnTo>
                    <a:pt x="2499130" y="0"/>
                  </a:lnTo>
                  <a:lnTo>
                    <a:pt x="2531096" y="0"/>
                  </a:lnTo>
                  <a:lnTo>
                    <a:pt x="2531096" y="0"/>
                  </a:lnTo>
                  <a:lnTo>
                    <a:pt x="2563190" y="0"/>
                  </a:lnTo>
                  <a:lnTo>
                    <a:pt x="2563190" y="0"/>
                  </a:lnTo>
                  <a:lnTo>
                    <a:pt x="2595157" y="0"/>
                  </a:lnTo>
                  <a:lnTo>
                    <a:pt x="2595157" y="0"/>
                  </a:lnTo>
                  <a:lnTo>
                    <a:pt x="2627251" y="0"/>
                  </a:lnTo>
                  <a:lnTo>
                    <a:pt x="2627251" y="0"/>
                  </a:lnTo>
                  <a:lnTo>
                    <a:pt x="2659345" y="0"/>
                  </a:lnTo>
                  <a:lnTo>
                    <a:pt x="2659345" y="0"/>
                  </a:lnTo>
                  <a:lnTo>
                    <a:pt x="2691311" y="0"/>
                  </a:lnTo>
                  <a:lnTo>
                    <a:pt x="2691311" y="0"/>
                  </a:lnTo>
                  <a:lnTo>
                    <a:pt x="2723405" y="0"/>
                  </a:lnTo>
                  <a:lnTo>
                    <a:pt x="2723405" y="0"/>
                  </a:lnTo>
                  <a:lnTo>
                    <a:pt x="2755372" y="0"/>
                  </a:lnTo>
                  <a:lnTo>
                    <a:pt x="2755372" y="0"/>
                  </a:lnTo>
                  <a:lnTo>
                    <a:pt x="2787466" y="0"/>
                  </a:lnTo>
                  <a:lnTo>
                    <a:pt x="2787466" y="0"/>
                  </a:lnTo>
                  <a:lnTo>
                    <a:pt x="2819433" y="0"/>
                  </a:lnTo>
                  <a:lnTo>
                    <a:pt x="2819433" y="0"/>
                  </a:lnTo>
                  <a:lnTo>
                    <a:pt x="2851527" y="0"/>
                  </a:lnTo>
                  <a:lnTo>
                    <a:pt x="2851527" y="0"/>
                  </a:lnTo>
                  <a:lnTo>
                    <a:pt x="2883621" y="0"/>
                  </a:lnTo>
                  <a:lnTo>
                    <a:pt x="2883621" y="0"/>
                  </a:lnTo>
                </a:path>
              </a:pathLst>
            </a:custGeom>
            <a:noFill/>
            <a:ln w="27121" cap="flat">
              <a:solidFill>
                <a:srgbClr val="8C8C8C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9" name="Freeform 238">
              <a:extLst>
                <a:ext uri="{FF2B5EF4-FFF2-40B4-BE49-F238E27FC236}">
                  <a16:creationId xmlns:a16="http://schemas.microsoft.com/office/drawing/2014/main" id="{6FD13A09-54D3-8AE1-6A13-FE9E3841F5EF}"/>
                </a:ext>
              </a:extLst>
            </p:cNvPr>
            <p:cNvSpPr/>
            <p:nvPr/>
          </p:nvSpPr>
          <p:spPr>
            <a:xfrm>
              <a:off x="8507653" y="4706570"/>
              <a:ext cx="2883620" cy="356854"/>
            </a:xfrm>
            <a:custGeom>
              <a:avLst/>
              <a:gdLst>
                <a:gd name="csX0" fmla="*/ 0 w 2883620"/>
                <a:gd name="csY0" fmla="*/ 356855 h 356854"/>
                <a:gd name="csX1" fmla="*/ 32093 w 2883620"/>
                <a:gd name="csY1" fmla="*/ 356855 h 356854"/>
                <a:gd name="csX2" fmla="*/ 32093 w 2883620"/>
                <a:gd name="csY2" fmla="*/ 356855 h 356854"/>
                <a:gd name="csX3" fmla="*/ 64060 w 2883620"/>
                <a:gd name="csY3" fmla="*/ 356855 h 356854"/>
                <a:gd name="csX4" fmla="*/ 64060 w 2883620"/>
                <a:gd name="csY4" fmla="*/ 356855 h 356854"/>
                <a:gd name="csX5" fmla="*/ 96155 w 2883620"/>
                <a:gd name="csY5" fmla="*/ 356855 h 356854"/>
                <a:gd name="csX6" fmla="*/ 96155 w 2883620"/>
                <a:gd name="csY6" fmla="*/ 356855 h 356854"/>
                <a:gd name="csX7" fmla="*/ 128121 w 2883620"/>
                <a:gd name="csY7" fmla="*/ 356855 h 356854"/>
                <a:gd name="csX8" fmla="*/ 128121 w 2883620"/>
                <a:gd name="csY8" fmla="*/ 356855 h 356854"/>
                <a:gd name="csX9" fmla="*/ 160215 w 2883620"/>
                <a:gd name="csY9" fmla="*/ 356855 h 356854"/>
                <a:gd name="csX10" fmla="*/ 160215 w 2883620"/>
                <a:gd name="csY10" fmla="*/ 356855 h 356854"/>
                <a:gd name="csX11" fmla="*/ 192309 w 2883620"/>
                <a:gd name="csY11" fmla="*/ 356855 h 356854"/>
                <a:gd name="csX12" fmla="*/ 192309 w 2883620"/>
                <a:gd name="csY12" fmla="*/ 356855 h 356854"/>
                <a:gd name="csX13" fmla="*/ 224276 w 2883620"/>
                <a:gd name="csY13" fmla="*/ 356855 h 356854"/>
                <a:gd name="csX14" fmla="*/ 224276 w 2883620"/>
                <a:gd name="csY14" fmla="*/ 356855 h 356854"/>
                <a:gd name="csX15" fmla="*/ 256370 w 2883620"/>
                <a:gd name="csY15" fmla="*/ 356855 h 356854"/>
                <a:gd name="csX16" fmla="*/ 256370 w 2883620"/>
                <a:gd name="csY16" fmla="*/ 356855 h 356854"/>
                <a:gd name="csX17" fmla="*/ 288336 w 2883620"/>
                <a:gd name="csY17" fmla="*/ 356855 h 356854"/>
                <a:gd name="csX18" fmla="*/ 288336 w 2883620"/>
                <a:gd name="csY18" fmla="*/ 356855 h 356854"/>
                <a:gd name="csX19" fmla="*/ 320430 w 2883620"/>
                <a:gd name="csY19" fmla="*/ 356855 h 356854"/>
                <a:gd name="csX20" fmla="*/ 320430 w 2883620"/>
                <a:gd name="csY20" fmla="*/ 356855 h 356854"/>
                <a:gd name="csX21" fmla="*/ 352397 w 2883620"/>
                <a:gd name="csY21" fmla="*/ 356855 h 356854"/>
                <a:gd name="csX22" fmla="*/ 352397 w 2883620"/>
                <a:gd name="csY22" fmla="*/ 306931 h 356854"/>
                <a:gd name="csX23" fmla="*/ 384491 w 2883620"/>
                <a:gd name="csY23" fmla="*/ 306931 h 356854"/>
                <a:gd name="csX24" fmla="*/ 384491 w 2883620"/>
                <a:gd name="csY24" fmla="*/ 222620 h 356854"/>
                <a:gd name="csX25" fmla="*/ 416585 w 2883620"/>
                <a:gd name="csY25" fmla="*/ 222620 h 356854"/>
                <a:gd name="csX26" fmla="*/ 416585 w 2883620"/>
                <a:gd name="csY26" fmla="*/ 173078 h 356854"/>
                <a:gd name="csX27" fmla="*/ 448552 w 2883620"/>
                <a:gd name="csY27" fmla="*/ 173078 h 356854"/>
                <a:gd name="csX28" fmla="*/ 448552 w 2883620"/>
                <a:gd name="csY28" fmla="*/ 173078 h 356854"/>
                <a:gd name="csX29" fmla="*/ 480646 w 2883620"/>
                <a:gd name="csY29" fmla="*/ 173078 h 356854"/>
                <a:gd name="csX30" fmla="*/ 480646 w 2883620"/>
                <a:gd name="csY30" fmla="*/ 129140 h 356854"/>
                <a:gd name="csX31" fmla="*/ 512613 w 2883620"/>
                <a:gd name="csY31" fmla="*/ 129140 h 356854"/>
                <a:gd name="csX32" fmla="*/ 512613 w 2883620"/>
                <a:gd name="csY32" fmla="*/ 129140 h 356854"/>
                <a:gd name="csX33" fmla="*/ 544706 w 2883620"/>
                <a:gd name="csY33" fmla="*/ 129140 h 356854"/>
                <a:gd name="csX34" fmla="*/ 544706 w 2883620"/>
                <a:gd name="csY34" fmla="*/ 129140 h 356854"/>
                <a:gd name="csX35" fmla="*/ 576673 w 2883620"/>
                <a:gd name="csY35" fmla="*/ 129140 h 356854"/>
                <a:gd name="csX36" fmla="*/ 576673 w 2883620"/>
                <a:gd name="csY36" fmla="*/ 129140 h 356854"/>
                <a:gd name="csX37" fmla="*/ 608767 w 2883620"/>
                <a:gd name="csY37" fmla="*/ 129140 h 356854"/>
                <a:gd name="csX38" fmla="*/ 608767 w 2883620"/>
                <a:gd name="csY38" fmla="*/ 129140 h 356854"/>
                <a:gd name="csX39" fmla="*/ 640861 w 2883620"/>
                <a:gd name="csY39" fmla="*/ 129140 h 356854"/>
                <a:gd name="csX40" fmla="*/ 640861 w 2883620"/>
                <a:gd name="csY40" fmla="*/ 129140 h 356854"/>
                <a:gd name="csX41" fmla="*/ 672827 w 2883620"/>
                <a:gd name="csY41" fmla="*/ 129140 h 356854"/>
                <a:gd name="csX42" fmla="*/ 672827 w 2883620"/>
                <a:gd name="csY42" fmla="*/ 64952 h 356854"/>
                <a:gd name="csX43" fmla="*/ 704922 w 2883620"/>
                <a:gd name="csY43" fmla="*/ 64952 h 356854"/>
                <a:gd name="csX44" fmla="*/ 704922 w 2883620"/>
                <a:gd name="csY44" fmla="*/ 64952 h 356854"/>
                <a:gd name="csX45" fmla="*/ 736888 w 2883620"/>
                <a:gd name="csY45" fmla="*/ 64952 h 356854"/>
                <a:gd name="csX46" fmla="*/ 736888 w 2883620"/>
                <a:gd name="csY46" fmla="*/ 64952 h 356854"/>
                <a:gd name="csX47" fmla="*/ 768983 w 2883620"/>
                <a:gd name="csY47" fmla="*/ 64952 h 356854"/>
                <a:gd name="csX48" fmla="*/ 768983 w 2883620"/>
                <a:gd name="csY48" fmla="*/ 64952 h 356854"/>
                <a:gd name="csX49" fmla="*/ 800949 w 2883620"/>
                <a:gd name="csY49" fmla="*/ 64952 h 356854"/>
                <a:gd name="csX50" fmla="*/ 800949 w 2883620"/>
                <a:gd name="csY50" fmla="*/ 64952 h 356854"/>
                <a:gd name="csX51" fmla="*/ 833043 w 2883620"/>
                <a:gd name="csY51" fmla="*/ 64952 h 356854"/>
                <a:gd name="csX52" fmla="*/ 833043 w 2883620"/>
                <a:gd name="csY52" fmla="*/ 64952 h 356854"/>
                <a:gd name="csX53" fmla="*/ 865137 w 2883620"/>
                <a:gd name="csY53" fmla="*/ 64952 h 356854"/>
                <a:gd name="csX54" fmla="*/ 865137 w 2883620"/>
                <a:gd name="csY54" fmla="*/ 64952 h 356854"/>
                <a:gd name="csX55" fmla="*/ 897104 w 2883620"/>
                <a:gd name="csY55" fmla="*/ 64952 h 356854"/>
                <a:gd name="csX56" fmla="*/ 897104 w 2883620"/>
                <a:gd name="csY56" fmla="*/ 64952 h 356854"/>
                <a:gd name="csX57" fmla="*/ 929197 w 2883620"/>
                <a:gd name="csY57" fmla="*/ 64952 h 356854"/>
                <a:gd name="csX58" fmla="*/ 929197 w 2883620"/>
                <a:gd name="csY58" fmla="*/ 64952 h 356854"/>
                <a:gd name="csX59" fmla="*/ 961164 w 2883620"/>
                <a:gd name="csY59" fmla="*/ 64952 h 356854"/>
                <a:gd name="csX60" fmla="*/ 961164 w 2883620"/>
                <a:gd name="csY60" fmla="*/ 64952 h 356854"/>
                <a:gd name="csX61" fmla="*/ 993258 w 2883620"/>
                <a:gd name="csY61" fmla="*/ 64952 h 356854"/>
                <a:gd name="csX62" fmla="*/ 993258 w 2883620"/>
                <a:gd name="csY62" fmla="*/ 64952 h 356854"/>
                <a:gd name="csX63" fmla="*/ 1025225 w 2883620"/>
                <a:gd name="csY63" fmla="*/ 64952 h 356854"/>
                <a:gd name="csX64" fmla="*/ 1025225 w 2883620"/>
                <a:gd name="csY64" fmla="*/ 64952 h 356854"/>
                <a:gd name="csX65" fmla="*/ 1057319 w 2883620"/>
                <a:gd name="csY65" fmla="*/ 64952 h 356854"/>
                <a:gd name="csX66" fmla="*/ 1057319 w 2883620"/>
                <a:gd name="csY66" fmla="*/ 0 h 356854"/>
                <a:gd name="csX67" fmla="*/ 1089413 w 2883620"/>
                <a:gd name="csY67" fmla="*/ 0 h 356854"/>
                <a:gd name="csX68" fmla="*/ 1089413 w 2883620"/>
                <a:gd name="csY68" fmla="*/ 0 h 356854"/>
                <a:gd name="csX69" fmla="*/ 1121380 w 2883620"/>
                <a:gd name="csY69" fmla="*/ 0 h 356854"/>
                <a:gd name="csX70" fmla="*/ 1121380 w 2883620"/>
                <a:gd name="csY70" fmla="*/ 0 h 356854"/>
                <a:gd name="csX71" fmla="*/ 1153473 w 2883620"/>
                <a:gd name="csY71" fmla="*/ 0 h 356854"/>
                <a:gd name="csX72" fmla="*/ 1153473 w 2883620"/>
                <a:gd name="csY72" fmla="*/ 0 h 356854"/>
                <a:gd name="csX73" fmla="*/ 1185440 w 2883620"/>
                <a:gd name="csY73" fmla="*/ 0 h 356854"/>
                <a:gd name="csX74" fmla="*/ 1185440 w 2883620"/>
                <a:gd name="csY74" fmla="*/ 0 h 356854"/>
                <a:gd name="csX75" fmla="*/ 1217534 w 2883620"/>
                <a:gd name="csY75" fmla="*/ 0 h 356854"/>
                <a:gd name="csX76" fmla="*/ 1217534 w 2883620"/>
                <a:gd name="csY76" fmla="*/ 0 h 356854"/>
                <a:gd name="csX77" fmla="*/ 1249501 w 2883620"/>
                <a:gd name="csY77" fmla="*/ 0 h 356854"/>
                <a:gd name="csX78" fmla="*/ 1249501 w 2883620"/>
                <a:gd name="csY78" fmla="*/ 0 h 356854"/>
                <a:gd name="csX79" fmla="*/ 1281595 w 2883620"/>
                <a:gd name="csY79" fmla="*/ 0 h 356854"/>
                <a:gd name="csX80" fmla="*/ 1281595 w 2883620"/>
                <a:gd name="csY80" fmla="*/ 0 h 356854"/>
                <a:gd name="csX81" fmla="*/ 1313689 w 2883620"/>
                <a:gd name="csY81" fmla="*/ 0 h 356854"/>
                <a:gd name="csX82" fmla="*/ 1313689 w 2883620"/>
                <a:gd name="csY82" fmla="*/ 0 h 356854"/>
                <a:gd name="csX83" fmla="*/ 1345656 w 2883620"/>
                <a:gd name="csY83" fmla="*/ 0 h 356854"/>
                <a:gd name="csX84" fmla="*/ 1345656 w 2883620"/>
                <a:gd name="csY84" fmla="*/ 0 h 356854"/>
                <a:gd name="csX85" fmla="*/ 1377750 w 2883620"/>
                <a:gd name="csY85" fmla="*/ 0 h 356854"/>
                <a:gd name="csX86" fmla="*/ 1377750 w 2883620"/>
                <a:gd name="csY86" fmla="*/ 0 h 356854"/>
                <a:gd name="csX87" fmla="*/ 1409717 w 2883620"/>
                <a:gd name="csY87" fmla="*/ 0 h 356854"/>
                <a:gd name="csX88" fmla="*/ 1409717 w 2883620"/>
                <a:gd name="csY88" fmla="*/ 0 h 356854"/>
                <a:gd name="csX89" fmla="*/ 1441810 w 2883620"/>
                <a:gd name="csY89" fmla="*/ 0 h 356854"/>
                <a:gd name="csX90" fmla="*/ 1441810 w 2883620"/>
                <a:gd name="csY90" fmla="*/ 0 h 356854"/>
                <a:gd name="csX91" fmla="*/ 1473777 w 2883620"/>
                <a:gd name="csY91" fmla="*/ 0 h 356854"/>
                <a:gd name="csX92" fmla="*/ 1473777 w 2883620"/>
                <a:gd name="csY92" fmla="*/ 0 h 356854"/>
                <a:gd name="csX93" fmla="*/ 1505871 w 2883620"/>
                <a:gd name="csY93" fmla="*/ 0 h 356854"/>
                <a:gd name="csX94" fmla="*/ 1505871 w 2883620"/>
                <a:gd name="csY94" fmla="*/ 0 h 356854"/>
                <a:gd name="csX95" fmla="*/ 1537965 w 2883620"/>
                <a:gd name="csY95" fmla="*/ 0 h 356854"/>
                <a:gd name="csX96" fmla="*/ 1537965 w 2883620"/>
                <a:gd name="csY96" fmla="*/ 0 h 356854"/>
                <a:gd name="csX97" fmla="*/ 1569931 w 2883620"/>
                <a:gd name="csY97" fmla="*/ 0 h 356854"/>
                <a:gd name="csX98" fmla="*/ 1569931 w 2883620"/>
                <a:gd name="csY98" fmla="*/ 0 h 356854"/>
                <a:gd name="csX99" fmla="*/ 1602026 w 2883620"/>
                <a:gd name="csY99" fmla="*/ 0 h 356854"/>
                <a:gd name="csX100" fmla="*/ 1602026 w 2883620"/>
                <a:gd name="csY100" fmla="*/ 0 h 356854"/>
                <a:gd name="csX101" fmla="*/ 1633992 w 2883620"/>
                <a:gd name="csY101" fmla="*/ 0 h 356854"/>
                <a:gd name="csX102" fmla="*/ 1633992 w 2883620"/>
                <a:gd name="csY102" fmla="*/ 0 h 356854"/>
                <a:gd name="csX103" fmla="*/ 1666086 w 2883620"/>
                <a:gd name="csY103" fmla="*/ 0 h 356854"/>
                <a:gd name="csX104" fmla="*/ 1666086 w 2883620"/>
                <a:gd name="csY104" fmla="*/ 0 h 356854"/>
                <a:gd name="csX105" fmla="*/ 1698053 w 2883620"/>
                <a:gd name="csY105" fmla="*/ 0 h 356854"/>
                <a:gd name="csX106" fmla="*/ 1698053 w 2883620"/>
                <a:gd name="csY106" fmla="*/ 0 h 356854"/>
                <a:gd name="csX107" fmla="*/ 1730147 w 2883620"/>
                <a:gd name="csY107" fmla="*/ 0 h 356854"/>
                <a:gd name="csX108" fmla="*/ 1730147 w 2883620"/>
                <a:gd name="csY108" fmla="*/ 0 h 356854"/>
                <a:gd name="csX109" fmla="*/ 1762241 w 2883620"/>
                <a:gd name="csY109" fmla="*/ 0 h 356854"/>
                <a:gd name="csX110" fmla="*/ 1762241 w 2883620"/>
                <a:gd name="csY110" fmla="*/ 0 h 356854"/>
                <a:gd name="csX111" fmla="*/ 1794208 w 2883620"/>
                <a:gd name="csY111" fmla="*/ 0 h 356854"/>
                <a:gd name="csX112" fmla="*/ 1794208 w 2883620"/>
                <a:gd name="csY112" fmla="*/ 0 h 356854"/>
                <a:gd name="csX113" fmla="*/ 1826301 w 2883620"/>
                <a:gd name="csY113" fmla="*/ 0 h 356854"/>
                <a:gd name="csX114" fmla="*/ 1826301 w 2883620"/>
                <a:gd name="csY114" fmla="*/ 0 h 356854"/>
                <a:gd name="csX115" fmla="*/ 1858268 w 2883620"/>
                <a:gd name="csY115" fmla="*/ 0 h 356854"/>
                <a:gd name="csX116" fmla="*/ 1858268 w 2883620"/>
                <a:gd name="csY116" fmla="*/ 0 h 356854"/>
                <a:gd name="csX117" fmla="*/ 1890362 w 2883620"/>
                <a:gd name="csY117" fmla="*/ 0 h 356854"/>
                <a:gd name="csX118" fmla="*/ 1890362 w 2883620"/>
                <a:gd name="csY118" fmla="*/ 0 h 356854"/>
                <a:gd name="csX119" fmla="*/ 1922329 w 2883620"/>
                <a:gd name="csY119" fmla="*/ 0 h 356854"/>
                <a:gd name="csX120" fmla="*/ 1922329 w 2883620"/>
                <a:gd name="csY120" fmla="*/ 0 h 356854"/>
                <a:gd name="csX121" fmla="*/ 1954423 w 2883620"/>
                <a:gd name="csY121" fmla="*/ 0 h 356854"/>
                <a:gd name="csX122" fmla="*/ 1954423 w 2883620"/>
                <a:gd name="csY122" fmla="*/ 0 h 356854"/>
                <a:gd name="csX123" fmla="*/ 1986517 w 2883620"/>
                <a:gd name="csY123" fmla="*/ 0 h 356854"/>
                <a:gd name="csX124" fmla="*/ 1986517 w 2883620"/>
                <a:gd name="csY124" fmla="*/ 0 h 356854"/>
                <a:gd name="csX125" fmla="*/ 2018484 w 2883620"/>
                <a:gd name="csY125" fmla="*/ 0 h 356854"/>
                <a:gd name="csX126" fmla="*/ 2018484 w 2883620"/>
                <a:gd name="csY126" fmla="*/ 0 h 356854"/>
                <a:gd name="csX127" fmla="*/ 2050577 w 2883620"/>
                <a:gd name="csY127" fmla="*/ 0 h 356854"/>
                <a:gd name="csX128" fmla="*/ 2050577 w 2883620"/>
                <a:gd name="csY128" fmla="*/ 0 h 356854"/>
                <a:gd name="csX129" fmla="*/ 2082544 w 2883620"/>
                <a:gd name="csY129" fmla="*/ 0 h 356854"/>
                <a:gd name="csX130" fmla="*/ 2082544 w 2883620"/>
                <a:gd name="csY130" fmla="*/ 0 h 356854"/>
                <a:gd name="csX131" fmla="*/ 2114638 w 2883620"/>
                <a:gd name="csY131" fmla="*/ 0 h 356854"/>
                <a:gd name="csX132" fmla="*/ 2114638 w 2883620"/>
                <a:gd name="csY132" fmla="*/ 0 h 356854"/>
                <a:gd name="csX133" fmla="*/ 2146605 w 2883620"/>
                <a:gd name="csY133" fmla="*/ 0 h 356854"/>
                <a:gd name="csX134" fmla="*/ 2146605 w 2883620"/>
                <a:gd name="csY134" fmla="*/ 0 h 356854"/>
                <a:gd name="csX135" fmla="*/ 2178698 w 2883620"/>
                <a:gd name="csY135" fmla="*/ 0 h 356854"/>
                <a:gd name="csX136" fmla="*/ 2178698 w 2883620"/>
                <a:gd name="csY136" fmla="*/ 0 h 356854"/>
                <a:gd name="csX137" fmla="*/ 2210793 w 2883620"/>
                <a:gd name="csY137" fmla="*/ 0 h 356854"/>
                <a:gd name="csX138" fmla="*/ 2210793 w 2883620"/>
                <a:gd name="csY138" fmla="*/ 0 h 356854"/>
                <a:gd name="csX139" fmla="*/ 2242759 w 2883620"/>
                <a:gd name="csY139" fmla="*/ 0 h 356854"/>
                <a:gd name="csX140" fmla="*/ 2242759 w 2883620"/>
                <a:gd name="csY140" fmla="*/ 0 h 356854"/>
                <a:gd name="csX141" fmla="*/ 2274854 w 2883620"/>
                <a:gd name="csY141" fmla="*/ 0 h 356854"/>
                <a:gd name="csX142" fmla="*/ 2274854 w 2883620"/>
                <a:gd name="csY142" fmla="*/ 0 h 356854"/>
                <a:gd name="csX143" fmla="*/ 2306821 w 2883620"/>
                <a:gd name="csY143" fmla="*/ 0 h 356854"/>
                <a:gd name="csX144" fmla="*/ 2306821 w 2883620"/>
                <a:gd name="csY144" fmla="*/ 0 h 356854"/>
                <a:gd name="csX145" fmla="*/ 2338914 w 2883620"/>
                <a:gd name="csY145" fmla="*/ 0 h 356854"/>
                <a:gd name="csX146" fmla="*/ 2338914 w 2883620"/>
                <a:gd name="csY146" fmla="*/ 0 h 356854"/>
                <a:gd name="csX147" fmla="*/ 2370881 w 2883620"/>
                <a:gd name="csY147" fmla="*/ 0 h 356854"/>
                <a:gd name="csX148" fmla="*/ 2370881 w 2883620"/>
                <a:gd name="csY148" fmla="*/ 0 h 356854"/>
                <a:gd name="csX149" fmla="*/ 2402975 w 2883620"/>
                <a:gd name="csY149" fmla="*/ 0 h 356854"/>
                <a:gd name="csX150" fmla="*/ 2402975 w 2883620"/>
                <a:gd name="csY150" fmla="*/ 0 h 356854"/>
                <a:gd name="csX151" fmla="*/ 2435068 w 2883620"/>
                <a:gd name="csY151" fmla="*/ 0 h 356854"/>
                <a:gd name="csX152" fmla="*/ 2435068 w 2883620"/>
                <a:gd name="csY152" fmla="*/ 0 h 356854"/>
                <a:gd name="csX153" fmla="*/ 2467035 w 2883620"/>
                <a:gd name="csY153" fmla="*/ 0 h 356854"/>
                <a:gd name="csX154" fmla="*/ 2467035 w 2883620"/>
                <a:gd name="csY154" fmla="*/ 0 h 356854"/>
                <a:gd name="csX155" fmla="*/ 2499130 w 2883620"/>
                <a:gd name="csY155" fmla="*/ 0 h 356854"/>
                <a:gd name="csX156" fmla="*/ 2499130 w 2883620"/>
                <a:gd name="csY156" fmla="*/ 0 h 356854"/>
                <a:gd name="csX157" fmla="*/ 2531096 w 2883620"/>
                <a:gd name="csY157" fmla="*/ 0 h 356854"/>
                <a:gd name="csX158" fmla="*/ 2531096 w 2883620"/>
                <a:gd name="csY158" fmla="*/ 0 h 356854"/>
                <a:gd name="csX159" fmla="*/ 2563190 w 2883620"/>
                <a:gd name="csY159" fmla="*/ 0 h 356854"/>
                <a:gd name="csX160" fmla="*/ 2563190 w 2883620"/>
                <a:gd name="csY160" fmla="*/ 0 h 356854"/>
                <a:gd name="csX161" fmla="*/ 2595157 w 2883620"/>
                <a:gd name="csY161" fmla="*/ 0 h 356854"/>
                <a:gd name="csX162" fmla="*/ 2595157 w 2883620"/>
                <a:gd name="csY162" fmla="*/ 0 h 356854"/>
                <a:gd name="csX163" fmla="*/ 2627251 w 2883620"/>
                <a:gd name="csY163" fmla="*/ 0 h 356854"/>
                <a:gd name="csX164" fmla="*/ 2627251 w 2883620"/>
                <a:gd name="csY164" fmla="*/ 0 h 356854"/>
                <a:gd name="csX165" fmla="*/ 2659345 w 2883620"/>
                <a:gd name="csY165" fmla="*/ 0 h 356854"/>
                <a:gd name="csX166" fmla="*/ 2659345 w 2883620"/>
                <a:gd name="csY166" fmla="*/ 0 h 356854"/>
                <a:gd name="csX167" fmla="*/ 2691311 w 2883620"/>
                <a:gd name="csY167" fmla="*/ 0 h 356854"/>
                <a:gd name="csX168" fmla="*/ 2691311 w 2883620"/>
                <a:gd name="csY168" fmla="*/ 0 h 356854"/>
                <a:gd name="csX169" fmla="*/ 2723405 w 2883620"/>
                <a:gd name="csY169" fmla="*/ 0 h 356854"/>
                <a:gd name="csX170" fmla="*/ 2723405 w 2883620"/>
                <a:gd name="csY170" fmla="*/ 0 h 356854"/>
                <a:gd name="csX171" fmla="*/ 2755372 w 2883620"/>
                <a:gd name="csY171" fmla="*/ 0 h 356854"/>
                <a:gd name="csX172" fmla="*/ 2755372 w 2883620"/>
                <a:gd name="csY172" fmla="*/ 0 h 356854"/>
                <a:gd name="csX173" fmla="*/ 2787466 w 2883620"/>
                <a:gd name="csY173" fmla="*/ 0 h 356854"/>
                <a:gd name="csX174" fmla="*/ 2787466 w 2883620"/>
                <a:gd name="csY174" fmla="*/ 0 h 356854"/>
                <a:gd name="csX175" fmla="*/ 2819433 w 2883620"/>
                <a:gd name="csY175" fmla="*/ 0 h 356854"/>
                <a:gd name="csX176" fmla="*/ 2819433 w 2883620"/>
                <a:gd name="csY176" fmla="*/ 0 h 356854"/>
                <a:gd name="csX177" fmla="*/ 2851527 w 2883620"/>
                <a:gd name="csY177" fmla="*/ 0 h 356854"/>
                <a:gd name="csX178" fmla="*/ 2851527 w 2883620"/>
                <a:gd name="csY178" fmla="*/ 0 h 356854"/>
                <a:gd name="csX179" fmla="*/ 2883621 w 2883620"/>
                <a:gd name="csY179" fmla="*/ 0 h 356854"/>
                <a:gd name="csX180" fmla="*/ 2883621 w 2883620"/>
                <a:gd name="csY180" fmla="*/ 0 h 3568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</a:cxnLst>
              <a:rect l="l" t="t" r="r" b="b"/>
              <a:pathLst>
                <a:path w="2883620" h="356854">
                  <a:moveTo>
                    <a:pt x="0" y="356855"/>
                  </a:moveTo>
                  <a:lnTo>
                    <a:pt x="32093" y="356855"/>
                  </a:lnTo>
                  <a:lnTo>
                    <a:pt x="32093" y="356855"/>
                  </a:lnTo>
                  <a:lnTo>
                    <a:pt x="64060" y="356855"/>
                  </a:lnTo>
                  <a:lnTo>
                    <a:pt x="64060" y="356855"/>
                  </a:lnTo>
                  <a:lnTo>
                    <a:pt x="96155" y="356855"/>
                  </a:lnTo>
                  <a:lnTo>
                    <a:pt x="96155" y="356855"/>
                  </a:lnTo>
                  <a:lnTo>
                    <a:pt x="128121" y="356855"/>
                  </a:lnTo>
                  <a:lnTo>
                    <a:pt x="128121" y="356855"/>
                  </a:lnTo>
                  <a:lnTo>
                    <a:pt x="160215" y="356855"/>
                  </a:lnTo>
                  <a:lnTo>
                    <a:pt x="160215" y="356855"/>
                  </a:lnTo>
                  <a:lnTo>
                    <a:pt x="192309" y="356855"/>
                  </a:lnTo>
                  <a:lnTo>
                    <a:pt x="192309" y="356855"/>
                  </a:lnTo>
                  <a:lnTo>
                    <a:pt x="224276" y="356855"/>
                  </a:lnTo>
                  <a:lnTo>
                    <a:pt x="224276" y="356855"/>
                  </a:lnTo>
                  <a:lnTo>
                    <a:pt x="256370" y="356855"/>
                  </a:lnTo>
                  <a:lnTo>
                    <a:pt x="256370" y="356855"/>
                  </a:lnTo>
                  <a:lnTo>
                    <a:pt x="288336" y="356855"/>
                  </a:lnTo>
                  <a:lnTo>
                    <a:pt x="288336" y="356855"/>
                  </a:lnTo>
                  <a:lnTo>
                    <a:pt x="320430" y="356855"/>
                  </a:lnTo>
                  <a:lnTo>
                    <a:pt x="320430" y="356855"/>
                  </a:lnTo>
                  <a:lnTo>
                    <a:pt x="352397" y="356855"/>
                  </a:lnTo>
                  <a:lnTo>
                    <a:pt x="352397" y="306931"/>
                  </a:lnTo>
                  <a:lnTo>
                    <a:pt x="384491" y="306931"/>
                  </a:lnTo>
                  <a:lnTo>
                    <a:pt x="384491" y="222620"/>
                  </a:lnTo>
                  <a:lnTo>
                    <a:pt x="416585" y="222620"/>
                  </a:lnTo>
                  <a:lnTo>
                    <a:pt x="416585" y="173078"/>
                  </a:lnTo>
                  <a:lnTo>
                    <a:pt x="448552" y="173078"/>
                  </a:lnTo>
                  <a:lnTo>
                    <a:pt x="448552" y="173078"/>
                  </a:lnTo>
                  <a:lnTo>
                    <a:pt x="480646" y="173078"/>
                  </a:lnTo>
                  <a:lnTo>
                    <a:pt x="480646" y="129140"/>
                  </a:lnTo>
                  <a:lnTo>
                    <a:pt x="512613" y="129140"/>
                  </a:lnTo>
                  <a:lnTo>
                    <a:pt x="512613" y="129140"/>
                  </a:lnTo>
                  <a:lnTo>
                    <a:pt x="544706" y="129140"/>
                  </a:lnTo>
                  <a:lnTo>
                    <a:pt x="544706" y="129140"/>
                  </a:lnTo>
                  <a:lnTo>
                    <a:pt x="576673" y="129140"/>
                  </a:lnTo>
                  <a:lnTo>
                    <a:pt x="576673" y="129140"/>
                  </a:lnTo>
                  <a:lnTo>
                    <a:pt x="608767" y="129140"/>
                  </a:lnTo>
                  <a:lnTo>
                    <a:pt x="608767" y="129140"/>
                  </a:lnTo>
                  <a:lnTo>
                    <a:pt x="640861" y="129140"/>
                  </a:lnTo>
                  <a:lnTo>
                    <a:pt x="640861" y="129140"/>
                  </a:lnTo>
                  <a:lnTo>
                    <a:pt x="672827" y="129140"/>
                  </a:lnTo>
                  <a:lnTo>
                    <a:pt x="672827" y="64952"/>
                  </a:lnTo>
                  <a:lnTo>
                    <a:pt x="704922" y="64952"/>
                  </a:lnTo>
                  <a:lnTo>
                    <a:pt x="704922" y="64952"/>
                  </a:lnTo>
                  <a:lnTo>
                    <a:pt x="736888" y="64952"/>
                  </a:lnTo>
                  <a:lnTo>
                    <a:pt x="736888" y="64952"/>
                  </a:lnTo>
                  <a:lnTo>
                    <a:pt x="768983" y="64952"/>
                  </a:lnTo>
                  <a:lnTo>
                    <a:pt x="768983" y="64952"/>
                  </a:lnTo>
                  <a:lnTo>
                    <a:pt x="800949" y="64952"/>
                  </a:lnTo>
                  <a:lnTo>
                    <a:pt x="800949" y="64952"/>
                  </a:lnTo>
                  <a:lnTo>
                    <a:pt x="833043" y="64952"/>
                  </a:lnTo>
                  <a:lnTo>
                    <a:pt x="833043" y="64952"/>
                  </a:lnTo>
                  <a:lnTo>
                    <a:pt x="865137" y="64952"/>
                  </a:lnTo>
                  <a:lnTo>
                    <a:pt x="865137" y="64952"/>
                  </a:lnTo>
                  <a:lnTo>
                    <a:pt x="897104" y="64952"/>
                  </a:lnTo>
                  <a:lnTo>
                    <a:pt x="897104" y="64952"/>
                  </a:lnTo>
                  <a:lnTo>
                    <a:pt x="929197" y="64952"/>
                  </a:lnTo>
                  <a:lnTo>
                    <a:pt x="929197" y="64952"/>
                  </a:lnTo>
                  <a:lnTo>
                    <a:pt x="961164" y="64952"/>
                  </a:lnTo>
                  <a:lnTo>
                    <a:pt x="961164" y="64952"/>
                  </a:lnTo>
                  <a:lnTo>
                    <a:pt x="993258" y="64952"/>
                  </a:lnTo>
                  <a:lnTo>
                    <a:pt x="993258" y="64952"/>
                  </a:lnTo>
                  <a:lnTo>
                    <a:pt x="1025225" y="64952"/>
                  </a:lnTo>
                  <a:lnTo>
                    <a:pt x="1025225" y="64952"/>
                  </a:lnTo>
                  <a:lnTo>
                    <a:pt x="1057319" y="64952"/>
                  </a:lnTo>
                  <a:lnTo>
                    <a:pt x="1057319" y="0"/>
                  </a:lnTo>
                  <a:lnTo>
                    <a:pt x="1089413" y="0"/>
                  </a:lnTo>
                  <a:lnTo>
                    <a:pt x="1089413" y="0"/>
                  </a:lnTo>
                  <a:lnTo>
                    <a:pt x="1121380" y="0"/>
                  </a:lnTo>
                  <a:lnTo>
                    <a:pt x="1121380" y="0"/>
                  </a:lnTo>
                  <a:lnTo>
                    <a:pt x="1153473" y="0"/>
                  </a:lnTo>
                  <a:lnTo>
                    <a:pt x="1153473" y="0"/>
                  </a:lnTo>
                  <a:lnTo>
                    <a:pt x="1185440" y="0"/>
                  </a:lnTo>
                  <a:lnTo>
                    <a:pt x="1185440" y="0"/>
                  </a:lnTo>
                  <a:lnTo>
                    <a:pt x="1217534" y="0"/>
                  </a:lnTo>
                  <a:lnTo>
                    <a:pt x="1217534" y="0"/>
                  </a:lnTo>
                  <a:lnTo>
                    <a:pt x="1249501" y="0"/>
                  </a:lnTo>
                  <a:lnTo>
                    <a:pt x="1249501" y="0"/>
                  </a:lnTo>
                  <a:lnTo>
                    <a:pt x="1281595" y="0"/>
                  </a:lnTo>
                  <a:lnTo>
                    <a:pt x="1281595" y="0"/>
                  </a:lnTo>
                  <a:lnTo>
                    <a:pt x="1313689" y="0"/>
                  </a:lnTo>
                  <a:lnTo>
                    <a:pt x="1313689" y="0"/>
                  </a:lnTo>
                  <a:lnTo>
                    <a:pt x="1345656" y="0"/>
                  </a:lnTo>
                  <a:lnTo>
                    <a:pt x="1345656" y="0"/>
                  </a:lnTo>
                  <a:lnTo>
                    <a:pt x="1377750" y="0"/>
                  </a:lnTo>
                  <a:lnTo>
                    <a:pt x="1377750" y="0"/>
                  </a:lnTo>
                  <a:lnTo>
                    <a:pt x="1409717" y="0"/>
                  </a:lnTo>
                  <a:lnTo>
                    <a:pt x="1409717" y="0"/>
                  </a:lnTo>
                  <a:lnTo>
                    <a:pt x="1441810" y="0"/>
                  </a:lnTo>
                  <a:lnTo>
                    <a:pt x="1441810" y="0"/>
                  </a:lnTo>
                  <a:lnTo>
                    <a:pt x="1473777" y="0"/>
                  </a:lnTo>
                  <a:lnTo>
                    <a:pt x="1473777" y="0"/>
                  </a:lnTo>
                  <a:lnTo>
                    <a:pt x="1505871" y="0"/>
                  </a:lnTo>
                  <a:lnTo>
                    <a:pt x="1505871" y="0"/>
                  </a:lnTo>
                  <a:lnTo>
                    <a:pt x="1537965" y="0"/>
                  </a:lnTo>
                  <a:lnTo>
                    <a:pt x="1537965" y="0"/>
                  </a:lnTo>
                  <a:lnTo>
                    <a:pt x="1569931" y="0"/>
                  </a:lnTo>
                  <a:lnTo>
                    <a:pt x="1569931" y="0"/>
                  </a:lnTo>
                  <a:lnTo>
                    <a:pt x="1602026" y="0"/>
                  </a:lnTo>
                  <a:lnTo>
                    <a:pt x="1602026" y="0"/>
                  </a:lnTo>
                  <a:lnTo>
                    <a:pt x="1633992" y="0"/>
                  </a:lnTo>
                  <a:lnTo>
                    <a:pt x="1633992" y="0"/>
                  </a:lnTo>
                  <a:lnTo>
                    <a:pt x="1666086" y="0"/>
                  </a:lnTo>
                  <a:lnTo>
                    <a:pt x="1666086" y="0"/>
                  </a:lnTo>
                  <a:lnTo>
                    <a:pt x="1698053" y="0"/>
                  </a:lnTo>
                  <a:lnTo>
                    <a:pt x="1698053" y="0"/>
                  </a:lnTo>
                  <a:lnTo>
                    <a:pt x="1730147" y="0"/>
                  </a:lnTo>
                  <a:lnTo>
                    <a:pt x="1730147" y="0"/>
                  </a:lnTo>
                  <a:lnTo>
                    <a:pt x="1762241" y="0"/>
                  </a:lnTo>
                  <a:lnTo>
                    <a:pt x="1762241" y="0"/>
                  </a:lnTo>
                  <a:lnTo>
                    <a:pt x="1794208" y="0"/>
                  </a:lnTo>
                  <a:lnTo>
                    <a:pt x="1794208" y="0"/>
                  </a:lnTo>
                  <a:lnTo>
                    <a:pt x="1826301" y="0"/>
                  </a:lnTo>
                  <a:lnTo>
                    <a:pt x="1826301" y="0"/>
                  </a:lnTo>
                  <a:lnTo>
                    <a:pt x="1858268" y="0"/>
                  </a:lnTo>
                  <a:lnTo>
                    <a:pt x="1858268" y="0"/>
                  </a:lnTo>
                  <a:lnTo>
                    <a:pt x="1890362" y="0"/>
                  </a:lnTo>
                  <a:lnTo>
                    <a:pt x="1890362" y="0"/>
                  </a:lnTo>
                  <a:lnTo>
                    <a:pt x="1922329" y="0"/>
                  </a:lnTo>
                  <a:lnTo>
                    <a:pt x="1922329" y="0"/>
                  </a:lnTo>
                  <a:lnTo>
                    <a:pt x="1954423" y="0"/>
                  </a:lnTo>
                  <a:lnTo>
                    <a:pt x="1954423" y="0"/>
                  </a:lnTo>
                  <a:lnTo>
                    <a:pt x="1986517" y="0"/>
                  </a:lnTo>
                  <a:lnTo>
                    <a:pt x="1986517" y="0"/>
                  </a:lnTo>
                  <a:lnTo>
                    <a:pt x="2018484" y="0"/>
                  </a:lnTo>
                  <a:lnTo>
                    <a:pt x="2018484" y="0"/>
                  </a:lnTo>
                  <a:lnTo>
                    <a:pt x="2050577" y="0"/>
                  </a:lnTo>
                  <a:lnTo>
                    <a:pt x="2050577" y="0"/>
                  </a:lnTo>
                  <a:lnTo>
                    <a:pt x="2082544" y="0"/>
                  </a:lnTo>
                  <a:lnTo>
                    <a:pt x="2082544" y="0"/>
                  </a:lnTo>
                  <a:lnTo>
                    <a:pt x="2114638" y="0"/>
                  </a:lnTo>
                  <a:lnTo>
                    <a:pt x="2114638" y="0"/>
                  </a:lnTo>
                  <a:lnTo>
                    <a:pt x="2146605" y="0"/>
                  </a:lnTo>
                  <a:lnTo>
                    <a:pt x="2146605" y="0"/>
                  </a:lnTo>
                  <a:lnTo>
                    <a:pt x="2178698" y="0"/>
                  </a:lnTo>
                  <a:lnTo>
                    <a:pt x="2178698" y="0"/>
                  </a:lnTo>
                  <a:lnTo>
                    <a:pt x="2210793" y="0"/>
                  </a:lnTo>
                  <a:lnTo>
                    <a:pt x="2210793" y="0"/>
                  </a:lnTo>
                  <a:lnTo>
                    <a:pt x="2242759" y="0"/>
                  </a:lnTo>
                  <a:lnTo>
                    <a:pt x="2242759" y="0"/>
                  </a:lnTo>
                  <a:lnTo>
                    <a:pt x="2274854" y="0"/>
                  </a:lnTo>
                  <a:lnTo>
                    <a:pt x="2274854" y="0"/>
                  </a:lnTo>
                  <a:lnTo>
                    <a:pt x="2306821" y="0"/>
                  </a:lnTo>
                  <a:lnTo>
                    <a:pt x="2306821" y="0"/>
                  </a:lnTo>
                  <a:lnTo>
                    <a:pt x="2338914" y="0"/>
                  </a:lnTo>
                  <a:lnTo>
                    <a:pt x="2338914" y="0"/>
                  </a:lnTo>
                  <a:lnTo>
                    <a:pt x="2370881" y="0"/>
                  </a:lnTo>
                  <a:lnTo>
                    <a:pt x="2370881" y="0"/>
                  </a:lnTo>
                  <a:lnTo>
                    <a:pt x="2402975" y="0"/>
                  </a:lnTo>
                  <a:lnTo>
                    <a:pt x="2402975" y="0"/>
                  </a:lnTo>
                  <a:lnTo>
                    <a:pt x="2435068" y="0"/>
                  </a:lnTo>
                  <a:lnTo>
                    <a:pt x="2435068" y="0"/>
                  </a:lnTo>
                  <a:lnTo>
                    <a:pt x="2467035" y="0"/>
                  </a:lnTo>
                  <a:lnTo>
                    <a:pt x="2467035" y="0"/>
                  </a:lnTo>
                  <a:lnTo>
                    <a:pt x="2499130" y="0"/>
                  </a:lnTo>
                  <a:lnTo>
                    <a:pt x="2499130" y="0"/>
                  </a:lnTo>
                  <a:lnTo>
                    <a:pt x="2531096" y="0"/>
                  </a:lnTo>
                  <a:lnTo>
                    <a:pt x="2531096" y="0"/>
                  </a:lnTo>
                  <a:lnTo>
                    <a:pt x="2563190" y="0"/>
                  </a:lnTo>
                  <a:lnTo>
                    <a:pt x="2563190" y="0"/>
                  </a:lnTo>
                  <a:lnTo>
                    <a:pt x="2595157" y="0"/>
                  </a:lnTo>
                  <a:lnTo>
                    <a:pt x="2595157" y="0"/>
                  </a:lnTo>
                  <a:lnTo>
                    <a:pt x="2627251" y="0"/>
                  </a:lnTo>
                  <a:lnTo>
                    <a:pt x="2627251" y="0"/>
                  </a:lnTo>
                  <a:lnTo>
                    <a:pt x="2659345" y="0"/>
                  </a:lnTo>
                  <a:lnTo>
                    <a:pt x="2659345" y="0"/>
                  </a:lnTo>
                  <a:lnTo>
                    <a:pt x="2691311" y="0"/>
                  </a:lnTo>
                  <a:lnTo>
                    <a:pt x="2691311" y="0"/>
                  </a:lnTo>
                  <a:lnTo>
                    <a:pt x="2723405" y="0"/>
                  </a:lnTo>
                  <a:lnTo>
                    <a:pt x="2723405" y="0"/>
                  </a:lnTo>
                  <a:lnTo>
                    <a:pt x="2755372" y="0"/>
                  </a:lnTo>
                  <a:lnTo>
                    <a:pt x="2755372" y="0"/>
                  </a:lnTo>
                  <a:lnTo>
                    <a:pt x="2787466" y="0"/>
                  </a:lnTo>
                  <a:lnTo>
                    <a:pt x="2787466" y="0"/>
                  </a:lnTo>
                  <a:lnTo>
                    <a:pt x="2819433" y="0"/>
                  </a:lnTo>
                  <a:lnTo>
                    <a:pt x="2819433" y="0"/>
                  </a:lnTo>
                  <a:lnTo>
                    <a:pt x="2851527" y="0"/>
                  </a:lnTo>
                  <a:lnTo>
                    <a:pt x="2851527" y="0"/>
                  </a:lnTo>
                  <a:lnTo>
                    <a:pt x="2883621" y="0"/>
                  </a:lnTo>
                  <a:lnTo>
                    <a:pt x="2883621" y="0"/>
                  </a:lnTo>
                </a:path>
              </a:pathLst>
            </a:custGeom>
            <a:noFill/>
            <a:ln w="27121" cap="flat">
              <a:solidFill>
                <a:srgbClr val="00468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F812BE55-E910-FC39-BECA-A9EC9AE78920}"/>
                </a:ext>
              </a:extLst>
            </p:cNvPr>
            <p:cNvSpPr txBox="1"/>
            <p:nvPr/>
          </p:nvSpPr>
          <p:spPr>
            <a:xfrm>
              <a:off x="8480274" y="2344599"/>
              <a:ext cx="1279438" cy="2250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706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Fine-Gray sHR, 1.45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0FC40167-F996-82AE-8507-008A936D0F4D}"/>
                </a:ext>
              </a:extLst>
            </p:cNvPr>
            <p:cNvSpPr txBox="1"/>
            <p:nvPr/>
          </p:nvSpPr>
          <p:spPr>
            <a:xfrm>
              <a:off x="8480274" y="2488131"/>
              <a:ext cx="1226475" cy="2250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706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(95% CI, 0.38-5.55)</a:t>
              </a:r>
            </a:p>
          </p:txBody>
        </p:sp>
      </p:grpSp>
      <p:sp>
        <p:nvSpPr>
          <p:cNvPr id="243" name="Freeform 242">
            <a:extLst>
              <a:ext uri="{FF2B5EF4-FFF2-40B4-BE49-F238E27FC236}">
                <a16:creationId xmlns:a16="http://schemas.microsoft.com/office/drawing/2014/main" id="{EA587607-E046-6BD6-BB8B-97D1C75D1F15}"/>
              </a:ext>
            </a:extLst>
          </p:cNvPr>
          <p:cNvSpPr/>
          <p:nvPr/>
        </p:nvSpPr>
        <p:spPr>
          <a:xfrm>
            <a:off x="8507653" y="2372368"/>
            <a:ext cx="12735" cy="2691056"/>
          </a:xfrm>
          <a:custGeom>
            <a:avLst/>
            <a:gdLst>
              <a:gd name="csX0" fmla="*/ 0 w 12735"/>
              <a:gd name="csY0" fmla="*/ 2691056 h 2691056"/>
              <a:gd name="csX1" fmla="*/ 0 w 12735"/>
              <a:gd name="csY1" fmla="*/ 0 h 269105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35" h="2691056">
                <a:moveTo>
                  <a:pt x="0" y="2691056"/>
                </a:moveTo>
                <a:lnTo>
                  <a:pt x="0" y="0"/>
                </a:lnTo>
              </a:path>
            </a:pathLst>
          </a:custGeom>
          <a:noFill/>
          <a:ln w="10823" cap="sq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BEF80DFE-964A-0DD0-C5D4-5D2CC20501BC}"/>
              </a:ext>
            </a:extLst>
          </p:cNvPr>
          <p:cNvSpPr txBox="1"/>
          <p:nvPr/>
        </p:nvSpPr>
        <p:spPr>
          <a:xfrm>
            <a:off x="8279698" y="4950707"/>
            <a:ext cx="250877" cy="228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2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0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D48F9F09-D2C1-DFD0-E889-4D03000899A6}"/>
              </a:ext>
            </a:extLst>
          </p:cNvPr>
          <p:cNvSpPr txBox="1"/>
          <p:nvPr/>
        </p:nvSpPr>
        <p:spPr>
          <a:xfrm>
            <a:off x="8211701" y="4433255"/>
            <a:ext cx="318874" cy="228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2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10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72FF0B03-D7A0-CADD-D1BB-A0511E58C14D}"/>
              </a:ext>
            </a:extLst>
          </p:cNvPr>
          <p:cNvSpPr txBox="1"/>
          <p:nvPr/>
        </p:nvSpPr>
        <p:spPr>
          <a:xfrm>
            <a:off x="8211701" y="3915675"/>
            <a:ext cx="318874" cy="228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2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20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B172F0B5-8BC7-22EE-83B1-368D6FCC6273}"/>
              </a:ext>
            </a:extLst>
          </p:cNvPr>
          <p:cNvSpPr txBox="1"/>
          <p:nvPr/>
        </p:nvSpPr>
        <p:spPr>
          <a:xfrm>
            <a:off x="8211701" y="3398223"/>
            <a:ext cx="318874" cy="228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2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30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855AC14A-F652-8158-93A2-C34D716C7A96}"/>
              </a:ext>
            </a:extLst>
          </p:cNvPr>
          <p:cNvSpPr txBox="1"/>
          <p:nvPr/>
        </p:nvSpPr>
        <p:spPr>
          <a:xfrm>
            <a:off x="8211701" y="2880771"/>
            <a:ext cx="318874" cy="228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2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40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6FDECE2C-0598-C258-3B93-B26B1A057C38}"/>
              </a:ext>
            </a:extLst>
          </p:cNvPr>
          <p:cNvSpPr txBox="1"/>
          <p:nvPr/>
        </p:nvSpPr>
        <p:spPr>
          <a:xfrm>
            <a:off x="8211701" y="2363192"/>
            <a:ext cx="318874" cy="228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2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50</a:t>
            </a:r>
          </a:p>
        </p:txBody>
      </p:sp>
      <p:sp>
        <p:nvSpPr>
          <p:cNvPr id="250" name="Freeform 249">
            <a:extLst>
              <a:ext uri="{FF2B5EF4-FFF2-40B4-BE49-F238E27FC236}">
                <a16:creationId xmlns:a16="http://schemas.microsoft.com/office/drawing/2014/main" id="{4EEB0D5E-B5F8-0A13-E786-9FFB2E5F5866}"/>
              </a:ext>
            </a:extLst>
          </p:cNvPr>
          <p:cNvSpPr/>
          <p:nvPr/>
        </p:nvSpPr>
        <p:spPr>
          <a:xfrm>
            <a:off x="8469573" y="5063425"/>
            <a:ext cx="38080" cy="12735"/>
          </a:xfrm>
          <a:custGeom>
            <a:avLst/>
            <a:gdLst>
              <a:gd name="csX0" fmla="*/ 0 w 38080"/>
              <a:gd name="csY0" fmla="*/ 0 h 12735"/>
              <a:gd name="csX1" fmla="*/ 38080 w 38080"/>
              <a:gd name="csY1" fmla="*/ 0 h 1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8080" h="12735">
                <a:moveTo>
                  <a:pt x="0" y="0"/>
                </a:moveTo>
                <a:lnTo>
                  <a:pt x="38080" y="0"/>
                </a:lnTo>
              </a:path>
            </a:pathLst>
          </a:custGeom>
          <a:noFill/>
          <a:ln w="1477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1" name="Freeform 250">
            <a:extLst>
              <a:ext uri="{FF2B5EF4-FFF2-40B4-BE49-F238E27FC236}">
                <a16:creationId xmlns:a16="http://schemas.microsoft.com/office/drawing/2014/main" id="{593831DB-5AB9-B54C-D130-813200ABDCDD}"/>
              </a:ext>
            </a:extLst>
          </p:cNvPr>
          <p:cNvSpPr/>
          <p:nvPr/>
        </p:nvSpPr>
        <p:spPr>
          <a:xfrm>
            <a:off x="8469573" y="4545845"/>
            <a:ext cx="38080" cy="12735"/>
          </a:xfrm>
          <a:custGeom>
            <a:avLst/>
            <a:gdLst>
              <a:gd name="csX0" fmla="*/ 0 w 38080"/>
              <a:gd name="csY0" fmla="*/ 0 h 12735"/>
              <a:gd name="csX1" fmla="*/ 38080 w 38080"/>
              <a:gd name="csY1" fmla="*/ 0 h 1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8080" h="12735">
                <a:moveTo>
                  <a:pt x="0" y="0"/>
                </a:moveTo>
                <a:lnTo>
                  <a:pt x="38080" y="0"/>
                </a:lnTo>
              </a:path>
            </a:pathLst>
          </a:custGeom>
          <a:noFill/>
          <a:ln w="1477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2" name="Freeform 251">
            <a:extLst>
              <a:ext uri="{FF2B5EF4-FFF2-40B4-BE49-F238E27FC236}">
                <a16:creationId xmlns:a16="http://schemas.microsoft.com/office/drawing/2014/main" id="{1C6AF08F-9C9E-DFDE-72D3-F65238F9548A}"/>
              </a:ext>
            </a:extLst>
          </p:cNvPr>
          <p:cNvSpPr/>
          <p:nvPr/>
        </p:nvSpPr>
        <p:spPr>
          <a:xfrm>
            <a:off x="8469573" y="4028393"/>
            <a:ext cx="38080" cy="12735"/>
          </a:xfrm>
          <a:custGeom>
            <a:avLst/>
            <a:gdLst>
              <a:gd name="csX0" fmla="*/ 0 w 38080"/>
              <a:gd name="csY0" fmla="*/ 0 h 12735"/>
              <a:gd name="csX1" fmla="*/ 38080 w 38080"/>
              <a:gd name="csY1" fmla="*/ 0 h 1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8080" h="12735">
                <a:moveTo>
                  <a:pt x="0" y="0"/>
                </a:moveTo>
                <a:lnTo>
                  <a:pt x="38080" y="0"/>
                </a:lnTo>
              </a:path>
            </a:pathLst>
          </a:custGeom>
          <a:noFill/>
          <a:ln w="1477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3" name="Freeform 252">
            <a:extLst>
              <a:ext uri="{FF2B5EF4-FFF2-40B4-BE49-F238E27FC236}">
                <a16:creationId xmlns:a16="http://schemas.microsoft.com/office/drawing/2014/main" id="{2DEF4E5B-C82E-0B84-07E1-1F9A3503F85D}"/>
              </a:ext>
            </a:extLst>
          </p:cNvPr>
          <p:cNvSpPr/>
          <p:nvPr/>
        </p:nvSpPr>
        <p:spPr>
          <a:xfrm>
            <a:off x="8469573" y="3510941"/>
            <a:ext cx="38080" cy="12735"/>
          </a:xfrm>
          <a:custGeom>
            <a:avLst/>
            <a:gdLst>
              <a:gd name="csX0" fmla="*/ 0 w 38080"/>
              <a:gd name="csY0" fmla="*/ 0 h 12735"/>
              <a:gd name="csX1" fmla="*/ 38080 w 38080"/>
              <a:gd name="csY1" fmla="*/ 0 h 1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8080" h="12735">
                <a:moveTo>
                  <a:pt x="0" y="0"/>
                </a:moveTo>
                <a:lnTo>
                  <a:pt x="38080" y="0"/>
                </a:lnTo>
              </a:path>
            </a:pathLst>
          </a:custGeom>
          <a:noFill/>
          <a:ln w="1477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4" name="Freeform 253">
            <a:extLst>
              <a:ext uri="{FF2B5EF4-FFF2-40B4-BE49-F238E27FC236}">
                <a16:creationId xmlns:a16="http://schemas.microsoft.com/office/drawing/2014/main" id="{42FCDB00-6154-303A-5E27-008D87642A73}"/>
              </a:ext>
            </a:extLst>
          </p:cNvPr>
          <p:cNvSpPr/>
          <p:nvPr/>
        </p:nvSpPr>
        <p:spPr>
          <a:xfrm>
            <a:off x="8469573" y="2993362"/>
            <a:ext cx="38080" cy="12735"/>
          </a:xfrm>
          <a:custGeom>
            <a:avLst/>
            <a:gdLst>
              <a:gd name="csX0" fmla="*/ 0 w 38080"/>
              <a:gd name="csY0" fmla="*/ 0 h 12735"/>
              <a:gd name="csX1" fmla="*/ 38080 w 38080"/>
              <a:gd name="csY1" fmla="*/ 0 h 1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8080" h="12735">
                <a:moveTo>
                  <a:pt x="0" y="0"/>
                </a:moveTo>
                <a:lnTo>
                  <a:pt x="38080" y="0"/>
                </a:lnTo>
              </a:path>
            </a:pathLst>
          </a:custGeom>
          <a:noFill/>
          <a:ln w="1477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5" name="Freeform 254">
            <a:extLst>
              <a:ext uri="{FF2B5EF4-FFF2-40B4-BE49-F238E27FC236}">
                <a16:creationId xmlns:a16="http://schemas.microsoft.com/office/drawing/2014/main" id="{C9B3E9F1-37F8-4C7E-00EC-B92C5EB26FE4}"/>
              </a:ext>
            </a:extLst>
          </p:cNvPr>
          <p:cNvSpPr/>
          <p:nvPr/>
        </p:nvSpPr>
        <p:spPr>
          <a:xfrm>
            <a:off x="8469573" y="2475910"/>
            <a:ext cx="38080" cy="12735"/>
          </a:xfrm>
          <a:custGeom>
            <a:avLst/>
            <a:gdLst>
              <a:gd name="csX0" fmla="*/ 0 w 38080"/>
              <a:gd name="csY0" fmla="*/ 0 h 12735"/>
              <a:gd name="csX1" fmla="*/ 38080 w 38080"/>
              <a:gd name="csY1" fmla="*/ 0 h 1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8080" h="12735">
                <a:moveTo>
                  <a:pt x="0" y="0"/>
                </a:moveTo>
                <a:lnTo>
                  <a:pt x="38080" y="0"/>
                </a:lnTo>
              </a:path>
            </a:pathLst>
          </a:custGeom>
          <a:noFill/>
          <a:ln w="1477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6" name="Freeform 255">
            <a:extLst>
              <a:ext uri="{FF2B5EF4-FFF2-40B4-BE49-F238E27FC236}">
                <a16:creationId xmlns:a16="http://schemas.microsoft.com/office/drawing/2014/main" id="{FA0664CC-E00D-80A3-9269-F02EE2D7CCC0}"/>
              </a:ext>
            </a:extLst>
          </p:cNvPr>
          <p:cNvSpPr/>
          <p:nvPr/>
        </p:nvSpPr>
        <p:spPr>
          <a:xfrm>
            <a:off x="8507653" y="5063425"/>
            <a:ext cx="2883620" cy="12735"/>
          </a:xfrm>
          <a:custGeom>
            <a:avLst/>
            <a:gdLst>
              <a:gd name="csX0" fmla="*/ 0 w 2883620"/>
              <a:gd name="csY0" fmla="*/ 0 h 12735"/>
              <a:gd name="csX1" fmla="*/ 2883621 w 2883620"/>
              <a:gd name="csY1" fmla="*/ 0 h 1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883620" h="12735">
                <a:moveTo>
                  <a:pt x="0" y="0"/>
                </a:moveTo>
                <a:lnTo>
                  <a:pt x="2883621" y="0"/>
                </a:lnTo>
              </a:path>
            </a:pathLst>
          </a:custGeom>
          <a:noFill/>
          <a:ln w="10823" cap="sq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7" name="Freeform 256">
            <a:extLst>
              <a:ext uri="{FF2B5EF4-FFF2-40B4-BE49-F238E27FC236}">
                <a16:creationId xmlns:a16="http://schemas.microsoft.com/office/drawing/2014/main" id="{F1BA23BA-0227-D44A-A1A0-83B7FAA147F0}"/>
              </a:ext>
            </a:extLst>
          </p:cNvPr>
          <p:cNvSpPr/>
          <p:nvPr/>
        </p:nvSpPr>
        <p:spPr>
          <a:xfrm>
            <a:off x="8507653" y="5063425"/>
            <a:ext cx="12735" cy="37952"/>
          </a:xfrm>
          <a:custGeom>
            <a:avLst/>
            <a:gdLst>
              <a:gd name="csX0" fmla="*/ 0 w 12735"/>
              <a:gd name="csY0" fmla="*/ 37953 h 37952"/>
              <a:gd name="csX1" fmla="*/ 0 w 12735"/>
              <a:gd name="csY1" fmla="*/ 0 h 3795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35" h="37952">
                <a:moveTo>
                  <a:pt x="0" y="37953"/>
                </a:moveTo>
                <a:lnTo>
                  <a:pt x="0" y="0"/>
                </a:lnTo>
              </a:path>
            </a:pathLst>
          </a:custGeom>
          <a:noFill/>
          <a:ln w="1477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8" name="Freeform 257">
            <a:extLst>
              <a:ext uri="{FF2B5EF4-FFF2-40B4-BE49-F238E27FC236}">
                <a16:creationId xmlns:a16="http://schemas.microsoft.com/office/drawing/2014/main" id="{274C58BA-08C0-7F7B-BB74-4C44CE63C748}"/>
              </a:ext>
            </a:extLst>
          </p:cNvPr>
          <p:cNvSpPr/>
          <p:nvPr/>
        </p:nvSpPr>
        <p:spPr>
          <a:xfrm>
            <a:off x="9468818" y="5063425"/>
            <a:ext cx="12735" cy="37952"/>
          </a:xfrm>
          <a:custGeom>
            <a:avLst/>
            <a:gdLst>
              <a:gd name="csX0" fmla="*/ 0 w 12735"/>
              <a:gd name="csY0" fmla="*/ 37953 h 37952"/>
              <a:gd name="csX1" fmla="*/ 0 w 12735"/>
              <a:gd name="csY1" fmla="*/ 0 h 3795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35" h="37952">
                <a:moveTo>
                  <a:pt x="0" y="37953"/>
                </a:moveTo>
                <a:lnTo>
                  <a:pt x="0" y="0"/>
                </a:lnTo>
              </a:path>
            </a:pathLst>
          </a:custGeom>
          <a:noFill/>
          <a:ln w="1477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9" name="Freeform 258">
            <a:extLst>
              <a:ext uri="{FF2B5EF4-FFF2-40B4-BE49-F238E27FC236}">
                <a16:creationId xmlns:a16="http://schemas.microsoft.com/office/drawing/2014/main" id="{90B9F74F-2F04-A7CD-D114-C9FCCB193DE8}"/>
              </a:ext>
            </a:extLst>
          </p:cNvPr>
          <p:cNvSpPr/>
          <p:nvPr/>
        </p:nvSpPr>
        <p:spPr>
          <a:xfrm>
            <a:off x="10429982" y="5063425"/>
            <a:ext cx="12735" cy="37952"/>
          </a:xfrm>
          <a:custGeom>
            <a:avLst/>
            <a:gdLst>
              <a:gd name="csX0" fmla="*/ 0 w 12735"/>
              <a:gd name="csY0" fmla="*/ 37953 h 37952"/>
              <a:gd name="csX1" fmla="*/ 0 w 12735"/>
              <a:gd name="csY1" fmla="*/ 0 h 3795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35" h="37952">
                <a:moveTo>
                  <a:pt x="0" y="37953"/>
                </a:moveTo>
                <a:lnTo>
                  <a:pt x="0" y="0"/>
                </a:lnTo>
              </a:path>
            </a:pathLst>
          </a:custGeom>
          <a:noFill/>
          <a:ln w="1477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0" name="Freeform 259">
            <a:extLst>
              <a:ext uri="{FF2B5EF4-FFF2-40B4-BE49-F238E27FC236}">
                <a16:creationId xmlns:a16="http://schemas.microsoft.com/office/drawing/2014/main" id="{425A154B-612F-75A5-B709-B4149C9EE6AC}"/>
              </a:ext>
            </a:extLst>
          </p:cNvPr>
          <p:cNvSpPr/>
          <p:nvPr/>
        </p:nvSpPr>
        <p:spPr>
          <a:xfrm>
            <a:off x="11391274" y="5063425"/>
            <a:ext cx="12735" cy="37952"/>
          </a:xfrm>
          <a:custGeom>
            <a:avLst/>
            <a:gdLst>
              <a:gd name="csX0" fmla="*/ 0 w 12735"/>
              <a:gd name="csY0" fmla="*/ 37953 h 37952"/>
              <a:gd name="csX1" fmla="*/ 0 w 12735"/>
              <a:gd name="csY1" fmla="*/ 0 h 3795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35" h="37952">
                <a:moveTo>
                  <a:pt x="0" y="37953"/>
                </a:moveTo>
                <a:lnTo>
                  <a:pt x="0" y="0"/>
                </a:lnTo>
              </a:path>
            </a:pathLst>
          </a:custGeom>
          <a:noFill/>
          <a:ln w="1477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6FFC6940-126D-BA85-E4BA-500E24007AAE}"/>
              </a:ext>
            </a:extLst>
          </p:cNvPr>
          <p:cNvSpPr txBox="1"/>
          <p:nvPr/>
        </p:nvSpPr>
        <p:spPr>
          <a:xfrm>
            <a:off x="8382215" y="5062908"/>
            <a:ext cx="250876" cy="228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2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0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0F365A8-102E-B2C4-9A95-74C089B14806}"/>
              </a:ext>
            </a:extLst>
          </p:cNvPr>
          <p:cNvSpPr txBox="1"/>
          <p:nvPr/>
        </p:nvSpPr>
        <p:spPr>
          <a:xfrm>
            <a:off x="9309381" y="5062908"/>
            <a:ext cx="318873" cy="228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2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30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584153AE-88BC-C989-5093-843DAFD6D31F}"/>
              </a:ext>
            </a:extLst>
          </p:cNvPr>
          <p:cNvSpPr txBox="1"/>
          <p:nvPr/>
        </p:nvSpPr>
        <p:spPr>
          <a:xfrm>
            <a:off x="10270545" y="5062908"/>
            <a:ext cx="318874" cy="228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2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60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09813810-5764-314E-1A28-CBD91689DFAD}"/>
              </a:ext>
            </a:extLst>
          </p:cNvPr>
          <p:cNvSpPr txBox="1"/>
          <p:nvPr/>
        </p:nvSpPr>
        <p:spPr>
          <a:xfrm>
            <a:off x="11231837" y="5062908"/>
            <a:ext cx="318873" cy="228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2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90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A3EAC57B-C772-782A-A1C2-FB58A6CE3F01}"/>
              </a:ext>
            </a:extLst>
          </p:cNvPr>
          <p:cNvSpPr txBox="1"/>
          <p:nvPr/>
        </p:nvSpPr>
        <p:spPr>
          <a:xfrm>
            <a:off x="8995900" y="5208571"/>
            <a:ext cx="1907126" cy="2621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3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Days since CRE infection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BBA2564D-FB4B-835C-A405-B7C461624D03}"/>
              </a:ext>
            </a:extLst>
          </p:cNvPr>
          <p:cNvSpPr txBox="1"/>
          <p:nvPr/>
        </p:nvSpPr>
        <p:spPr>
          <a:xfrm rot="16200000">
            <a:off x="7252189" y="3586807"/>
            <a:ext cx="1856308" cy="2621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3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Cumulative incidence, %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ED56C2B4-0A9A-F387-175A-FDAF9DA9E7E5}"/>
              </a:ext>
            </a:extLst>
          </p:cNvPr>
          <p:cNvSpPr txBox="1"/>
          <p:nvPr/>
        </p:nvSpPr>
        <p:spPr>
          <a:xfrm>
            <a:off x="8405136" y="1875923"/>
            <a:ext cx="1839443" cy="2621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3" b="1" spc="0" baseline="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Resistance emergence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00DBB96C-7FE8-7D88-F4FE-72703DA35107}"/>
              </a:ext>
            </a:extLst>
          </p:cNvPr>
          <p:cNvSpPr txBox="1"/>
          <p:nvPr/>
        </p:nvSpPr>
        <p:spPr>
          <a:xfrm>
            <a:off x="7900039" y="1411767"/>
            <a:ext cx="315321" cy="296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83" spc="0" baseline="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C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3F8592F6-3F3D-9921-12C3-7B3C57AF9B9B}"/>
              </a:ext>
            </a:extLst>
          </p:cNvPr>
          <p:cNvSpPr txBox="1"/>
          <p:nvPr/>
        </p:nvSpPr>
        <p:spPr>
          <a:xfrm>
            <a:off x="5289930" y="5650452"/>
            <a:ext cx="794492" cy="2621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3" spc="0" baseline="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Regimen</a:t>
            </a: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B0F5BA89-1371-BD6C-0FF1-95C89BC8C405}"/>
              </a:ext>
            </a:extLst>
          </p:cNvPr>
          <p:cNvSpPr/>
          <p:nvPr/>
        </p:nvSpPr>
        <p:spPr>
          <a:xfrm>
            <a:off x="6069226" y="5669851"/>
            <a:ext cx="220073" cy="220073"/>
          </a:xfrm>
          <a:prstGeom prst="rect">
            <a:avLst/>
          </a:prstGeom>
          <a:solidFill>
            <a:srgbClr val="FFFFFF"/>
          </a:solidFill>
          <a:ln w="14770" cap="rnd">
            <a:noFill/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92F26F1D-43CE-7D71-6837-D69D1ED4A323}"/>
              </a:ext>
            </a:extLst>
          </p:cNvPr>
          <p:cNvSpPr/>
          <p:nvPr/>
        </p:nvSpPr>
        <p:spPr>
          <a:xfrm>
            <a:off x="6079033" y="5679657"/>
            <a:ext cx="200332" cy="200332"/>
          </a:xfrm>
          <a:prstGeom prst="rect">
            <a:avLst/>
          </a:prstGeom>
          <a:solidFill>
            <a:srgbClr val="8C8C8C">
              <a:alpha val="18000"/>
            </a:srgbClr>
          </a:solidFill>
          <a:ln w="14770" cap="flat">
            <a:noFill/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3" name="Freeform 272">
            <a:extLst>
              <a:ext uri="{FF2B5EF4-FFF2-40B4-BE49-F238E27FC236}">
                <a16:creationId xmlns:a16="http://schemas.microsoft.com/office/drawing/2014/main" id="{71B5ABAA-E66A-31C1-1996-F295C1A57BFD}"/>
              </a:ext>
            </a:extLst>
          </p:cNvPr>
          <p:cNvSpPr/>
          <p:nvPr/>
        </p:nvSpPr>
        <p:spPr>
          <a:xfrm>
            <a:off x="6091131" y="5779887"/>
            <a:ext cx="176134" cy="12735"/>
          </a:xfrm>
          <a:custGeom>
            <a:avLst/>
            <a:gdLst>
              <a:gd name="csX0" fmla="*/ 0 w 176134"/>
              <a:gd name="csY0" fmla="*/ 0 h 12735"/>
              <a:gd name="csX1" fmla="*/ 176135 w 176134"/>
              <a:gd name="csY1" fmla="*/ 0 h 1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6134" h="12735">
                <a:moveTo>
                  <a:pt x="0" y="0"/>
                </a:moveTo>
                <a:lnTo>
                  <a:pt x="176135" y="0"/>
                </a:lnTo>
              </a:path>
            </a:pathLst>
          </a:custGeom>
          <a:ln w="27121" cap="flat">
            <a:solidFill>
              <a:srgbClr val="8C8C8C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B4D569CF-734F-71F1-F53B-2AF8332F2918}"/>
              </a:ext>
            </a:extLst>
          </p:cNvPr>
          <p:cNvSpPr/>
          <p:nvPr/>
        </p:nvSpPr>
        <p:spPr>
          <a:xfrm>
            <a:off x="6631508" y="5669851"/>
            <a:ext cx="220073" cy="220073"/>
          </a:xfrm>
          <a:prstGeom prst="rect">
            <a:avLst/>
          </a:prstGeom>
          <a:solidFill>
            <a:srgbClr val="FFFFFF"/>
          </a:solidFill>
          <a:ln w="14770" cap="rnd">
            <a:noFill/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01A8FFFF-2D43-3AD2-CFF8-74FAFC1732F5}"/>
              </a:ext>
            </a:extLst>
          </p:cNvPr>
          <p:cNvSpPr/>
          <p:nvPr/>
        </p:nvSpPr>
        <p:spPr>
          <a:xfrm>
            <a:off x="6641442" y="5679657"/>
            <a:ext cx="200332" cy="200332"/>
          </a:xfrm>
          <a:prstGeom prst="rect">
            <a:avLst/>
          </a:prstGeom>
          <a:solidFill>
            <a:srgbClr val="00468B">
              <a:alpha val="18000"/>
            </a:srgbClr>
          </a:solidFill>
          <a:ln w="14770" cap="flat">
            <a:noFill/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6" name="Freeform 275">
            <a:extLst>
              <a:ext uri="{FF2B5EF4-FFF2-40B4-BE49-F238E27FC236}">
                <a16:creationId xmlns:a16="http://schemas.microsoft.com/office/drawing/2014/main" id="{008C0653-74AD-D257-0478-78E6D9EC03B5}"/>
              </a:ext>
            </a:extLst>
          </p:cNvPr>
          <p:cNvSpPr/>
          <p:nvPr/>
        </p:nvSpPr>
        <p:spPr>
          <a:xfrm>
            <a:off x="6653541" y="5779887"/>
            <a:ext cx="176134" cy="12735"/>
          </a:xfrm>
          <a:custGeom>
            <a:avLst/>
            <a:gdLst>
              <a:gd name="csX0" fmla="*/ 0 w 176134"/>
              <a:gd name="csY0" fmla="*/ 0 h 12735"/>
              <a:gd name="csX1" fmla="*/ 176135 w 176134"/>
              <a:gd name="csY1" fmla="*/ 0 h 1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6134" h="12735">
                <a:moveTo>
                  <a:pt x="0" y="0"/>
                </a:moveTo>
                <a:lnTo>
                  <a:pt x="176135" y="0"/>
                </a:lnTo>
              </a:path>
            </a:pathLst>
          </a:custGeom>
          <a:ln w="27121" cap="flat">
            <a:solidFill>
              <a:srgbClr val="00468B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F4C2CE4E-5D4A-35C3-B782-4A01AE1DFDE3}"/>
              </a:ext>
            </a:extLst>
          </p:cNvPr>
          <p:cNvSpPr txBox="1"/>
          <p:nvPr/>
        </p:nvSpPr>
        <p:spPr>
          <a:xfrm>
            <a:off x="6273891" y="5667169"/>
            <a:ext cx="373139" cy="228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2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Old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8EF4E15C-8756-136F-914D-E77851B073F7}"/>
              </a:ext>
            </a:extLst>
          </p:cNvPr>
          <p:cNvSpPr txBox="1"/>
          <p:nvPr/>
        </p:nvSpPr>
        <p:spPr>
          <a:xfrm>
            <a:off x="6836301" y="5667169"/>
            <a:ext cx="495462" cy="228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2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Novel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B631038F-003A-2B1C-6653-6FEBBA63A33C}"/>
              </a:ext>
            </a:extLst>
          </p:cNvPr>
          <p:cNvSpPr txBox="1"/>
          <p:nvPr/>
        </p:nvSpPr>
        <p:spPr>
          <a:xfrm>
            <a:off x="969247" y="1414949"/>
            <a:ext cx="277640" cy="258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83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A</a:t>
            </a:r>
            <a:endParaRPr lang="en-US" sz="1083" spc="0" baseline="0" dirty="0">
              <a:ln/>
              <a:solidFill>
                <a:srgbClr val="000000"/>
              </a:solidFill>
              <a:latin typeface="Arial"/>
              <a:cs typeface="Arial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970429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99</Words>
  <Application>Microsoft Macintosh PowerPoint</Application>
  <PresentationFormat>Widescreen</PresentationFormat>
  <Paragraphs>50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Russell Edward Lewis</dc:creator>
  <cp:lastModifiedBy>Russell Edward Lewis</cp:lastModifiedBy>
  <cp:revision>1</cp:revision>
  <dcterms:created xsi:type="dcterms:W3CDTF">2026-07-08T14:43:15Z</dcterms:created>
  <dcterms:modified xsi:type="dcterms:W3CDTF">2026-07-08T14:58:07Z</dcterms:modified>
</cp:coreProperties>
</file>